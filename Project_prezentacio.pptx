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57" r:id="rId2"/>
    <p:sldId id="256" r:id="rId3"/>
    <p:sldId id="258" r:id="rId4"/>
    <p:sldId id="260" r:id="rId5"/>
    <p:sldId id="261" r:id="rId6"/>
    <p:sldId id="263" r:id="rId7"/>
    <p:sldId id="264" r:id="rId8"/>
    <p:sldId id="259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4465"/>
    <a:srgbClr val="000066"/>
    <a:srgbClr val="003366"/>
    <a:srgbClr val="599CA3"/>
    <a:srgbClr val="4599B7"/>
    <a:srgbClr val="3BB4C1"/>
    <a:srgbClr val="27B4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11" autoAdjust="0"/>
    <p:restoredTop sz="94660"/>
  </p:normalViewPr>
  <p:slideViewPr>
    <p:cSldViewPr snapToGrid="0">
      <p:cViewPr>
        <p:scale>
          <a:sx n="100" d="100"/>
          <a:sy n="100" d="100"/>
        </p:scale>
        <p:origin x="1790" y="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image" Target="../media/image19.pn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image" Target="../media/image24.pn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image" Target="../media/image27.png"/></Relationships>
</file>

<file path=ppt/diagrams/_rels/data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svg"/><Relationship Id="rId1" Type="http://schemas.openxmlformats.org/officeDocument/2006/relationships/image" Target="../media/image30.png"/></Relationships>
</file>

<file path=ppt/diagrams/_rels/data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svg"/><Relationship Id="rId1" Type="http://schemas.openxmlformats.org/officeDocument/2006/relationships/image" Target="../media/image33.png"/></Relationships>
</file>

<file path=ppt/diagrams/_rels/data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image" Target="../media/image40.pn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image" Target="../media/image19.pn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image" Target="../media/image24.png"/></Relationships>
</file>

<file path=ppt/diagrams/_rels/drawing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image" Target="../media/image27.png"/></Relationships>
</file>

<file path=ppt/diagrams/_rels/drawing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svg"/><Relationship Id="rId1" Type="http://schemas.openxmlformats.org/officeDocument/2006/relationships/image" Target="../media/image30.png"/></Relationships>
</file>

<file path=ppt/diagrams/_rels/drawing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svg"/><Relationship Id="rId1" Type="http://schemas.openxmlformats.org/officeDocument/2006/relationships/image" Target="../media/image33.png"/></Relationships>
</file>

<file path=ppt/diagrams/_rels/drawing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image" Target="../media/image4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9723861-CBAD-43B1-B3CF-445CA5F28BAA}" type="doc">
      <dgm:prSet loTypeId="urn:microsoft.com/office/officeart/2005/8/layout/vList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2E324F41-78BD-4616-9EC0-C4CFDF497950}">
      <dgm:prSet custT="1"/>
      <dgm:spPr/>
      <dgm:t>
        <a:bodyPr/>
        <a:lstStyle/>
        <a:p>
          <a:r>
            <a:rPr lang="hu-HU" sz="1100" b="1" dirty="0"/>
            <a:t>Hálózat tervezése</a:t>
          </a:r>
          <a:br>
            <a:rPr lang="hu-HU" sz="1100" dirty="0"/>
          </a:br>
          <a:br>
            <a:rPr lang="hu-HU" sz="1100" dirty="0"/>
          </a:br>
          <a:r>
            <a:rPr lang="hu-HU" sz="1100" b="1" dirty="0"/>
            <a:t>A telephelyek méreteit figyelembe véve alakítottuk ki az irodákat.</a:t>
          </a:r>
          <a:br>
            <a:rPr lang="hu-HU" sz="1100" b="1" dirty="0"/>
          </a:br>
          <a:endParaRPr lang="hu-HU" sz="1100" dirty="0"/>
        </a:p>
      </dgm:t>
    </dgm:pt>
    <dgm:pt modelId="{EC300641-F192-44DA-A77D-73FA73E82357}" type="parTrans" cxnId="{73133569-2E28-46E7-9269-59BEE47EE0F0}">
      <dgm:prSet/>
      <dgm:spPr/>
      <dgm:t>
        <a:bodyPr/>
        <a:lstStyle/>
        <a:p>
          <a:endParaRPr lang="hu-HU"/>
        </a:p>
      </dgm:t>
    </dgm:pt>
    <dgm:pt modelId="{ED668323-0ADA-42F6-86C2-F2AA8DA9AF3D}" type="sibTrans" cxnId="{73133569-2E28-46E7-9269-59BEE47EE0F0}">
      <dgm:prSet/>
      <dgm:spPr/>
      <dgm:t>
        <a:bodyPr/>
        <a:lstStyle/>
        <a:p>
          <a:endParaRPr lang="hu-HU"/>
        </a:p>
      </dgm:t>
    </dgm:pt>
    <dgm:pt modelId="{F26A8D4F-A02F-42A8-A2C5-A410728B8A97}" type="pres">
      <dgm:prSet presAssocID="{09723861-CBAD-43B1-B3CF-445CA5F28BAA}" presName="linearFlow" presStyleCnt="0">
        <dgm:presLayoutVars>
          <dgm:dir/>
          <dgm:resizeHandles val="exact"/>
        </dgm:presLayoutVars>
      </dgm:prSet>
      <dgm:spPr/>
    </dgm:pt>
    <dgm:pt modelId="{80B0B7C8-559D-4302-BF60-F77D697CE182}" type="pres">
      <dgm:prSet presAssocID="{2E324F41-78BD-4616-9EC0-C4CFDF497950}" presName="composite" presStyleCnt="0"/>
      <dgm:spPr/>
    </dgm:pt>
    <dgm:pt modelId="{64D8A8DA-B7CF-4B08-8B17-C9560AAAF99E}" type="pres">
      <dgm:prSet presAssocID="{2E324F41-78BD-4616-9EC0-C4CFDF497950}" presName="imgShp" presStyleLbl="fgImgPlace1" presStyleIdx="0" presStyleCnt="1" custScaleY="100000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 egyszínű kitöltéssel"/>
        </a:ext>
      </dgm:extLst>
    </dgm:pt>
    <dgm:pt modelId="{A6E1C4B6-3D06-45B5-B7BE-ED5812AED7E8}" type="pres">
      <dgm:prSet presAssocID="{2E324F41-78BD-4616-9EC0-C4CFDF497950}" presName="txShp" presStyleLbl="node1" presStyleIdx="0" presStyleCnt="1">
        <dgm:presLayoutVars>
          <dgm:bulletEnabled val="1"/>
        </dgm:presLayoutVars>
      </dgm:prSet>
      <dgm:spPr/>
    </dgm:pt>
  </dgm:ptLst>
  <dgm:cxnLst>
    <dgm:cxn modelId="{73133569-2E28-46E7-9269-59BEE47EE0F0}" srcId="{09723861-CBAD-43B1-B3CF-445CA5F28BAA}" destId="{2E324F41-78BD-4616-9EC0-C4CFDF497950}" srcOrd="0" destOrd="0" parTransId="{EC300641-F192-44DA-A77D-73FA73E82357}" sibTransId="{ED668323-0ADA-42F6-86C2-F2AA8DA9AF3D}"/>
    <dgm:cxn modelId="{BC68D97C-E8F7-437F-9BAE-9E2A41E9A5B6}" type="presOf" srcId="{09723861-CBAD-43B1-B3CF-445CA5F28BAA}" destId="{F26A8D4F-A02F-42A8-A2C5-A410728B8A97}" srcOrd="0" destOrd="0" presId="urn:microsoft.com/office/officeart/2005/8/layout/vList3"/>
    <dgm:cxn modelId="{E48230B8-E7CD-4641-B05C-CB022A153D9D}" type="presOf" srcId="{2E324F41-78BD-4616-9EC0-C4CFDF497950}" destId="{A6E1C4B6-3D06-45B5-B7BE-ED5812AED7E8}" srcOrd="0" destOrd="0" presId="urn:microsoft.com/office/officeart/2005/8/layout/vList3"/>
    <dgm:cxn modelId="{F2FE13AC-70E8-4FF5-A69E-834B12A4FC32}" type="presParOf" srcId="{F26A8D4F-A02F-42A8-A2C5-A410728B8A97}" destId="{80B0B7C8-559D-4302-BF60-F77D697CE182}" srcOrd="0" destOrd="0" presId="urn:microsoft.com/office/officeart/2005/8/layout/vList3"/>
    <dgm:cxn modelId="{BB4712AC-3E71-4594-8AD5-0BCD196489F2}" type="presParOf" srcId="{80B0B7C8-559D-4302-BF60-F77D697CE182}" destId="{64D8A8DA-B7CF-4B08-8B17-C9560AAAF99E}" srcOrd="0" destOrd="0" presId="urn:microsoft.com/office/officeart/2005/8/layout/vList3"/>
    <dgm:cxn modelId="{A7926324-F6C6-460B-A2F7-BC20E4EA4B3A}" type="presParOf" srcId="{80B0B7C8-559D-4302-BF60-F77D697CE182}" destId="{A6E1C4B6-3D06-45B5-B7BE-ED5812AED7E8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0C2CEEE-AC84-495B-8FD0-AE7BB7C99DDB}" type="doc">
      <dgm:prSet loTypeId="urn:microsoft.com/office/officeart/2005/8/layout/hList7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BB0D5A19-B764-47A7-A3FB-682570A04697}">
      <dgm:prSet custT="1"/>
      <dgm:spPr/>
      <dgm:t>
        <a:bodyPr/>
        <a:lstStyle/>
        <a:p>
          <a:r>
            <a:rPr lang="hu-HU" sz="2000" dirty="0"/>
            <a:t>Hálózat tervezése</a:t>
          </a:r>
          <a:br>
            <a:rPr lang="hu-HU" sz="700" dirty="0"/>
          </a:br>
          <a:endParaRPr lang="hu-HU" sz="700" dirty="0"/>
        </a:p>
      </dgm:t>
    </dgm:pt>
    <dgm:pt modelId="{9B69F3CA-47AF-492A-B9DF-CCC7E035123C}" type="parTrans" cxnId="{70EB63CE-2BAF-4593-9AE6-338A56F1FAFA}">
      <dgm:prSet/>
      <dgm:spPr/>
      <dgm:t>
        <a:bodyPr/>
        <a:lstStyle/>
        <a:p>
          <a:endParaRPr lang="hu-HU"/>
        </a:p>
      </dgm:t>
    </dgm:pt>
    <dgm:pt modelId="{04DA6172-735A-4B5E-8396-D8CCB3708F77}" type="sibTrans" cxnId="{70EB63CE-2BAF-4593-9AE6-338A56F1FAFA}">
      <dgm:prSet/>
      <dgm:spPr/>
      <dgm:t>
        <a:bodyPr/>
        <a:lstStyle/>
        <a:p>
          <a:endParaRPr lang="hu-HU"/>
        </a:p>
      </dgm:t>
    </dgm:pt>
    <dgm:pt modelId="{9CE1E234-10F7-4B79-A99B-62B4F391A8ED}" type="pres">
      <dgm:prSet presAssocID="{A0C2CEEE-AC84-495B-8FD0-AE7BB7C99DDB}" presName="Name0" presStyleCnt="0">
        <dgm:presLayoutVars>
          <dgm:dir/>
          <dgm:resizeHandles val="exact"/>
        </dgm:presLayoutVars>
      </dgm:prSet>
      <dgm:spPr/>
    </dgm:pt>
    <dgm:pt modelId="{90E06287-B10D-4B20-BF5C-F0D5EC9BC2AF}" type="pres">
      <dgm:prSet presAssocID="{A0C2CEEE-AC84-495B-8FD0-AE7BB7C99DDB}" presName="fgShape" presStyleLbl="fgShp" presStyleIdx="0" presStyleCnt="1"/>
      <dgm:spPr/>
    </dgm:pt>
    <dgm:pt modelId="{C73975C7-0AE2-41B8-A907-DA02494D3B30}" type="pres">
      <dgm:prSet presAssocID="{A0C2CEEE-AC84-495B-8FD0-AE7BB7C99DDB}" presName="linComp" presStyleCnt="0"/>
      <dgm:spPr/>
    </dgm:pt>
    <dgm:pt modelId="{F8A500D9-81AC-40DD-9DEE-EB6D2FD28249}" type="pres">
      <dgm:prSet presAssocID="{BB0D5A19-B764-47A7-A3FB-682570A04697}" presName="compNode" presStyleCnt="0"/>
      <dgm:spPr/>
    </dgm:pt>
    <dgm:pt modelId="{47B15149-F7B8-48D7-8CA4-F8AAEB8F7F8E}" type="pres">
      <dgm:prSet presAssocID="{BB0D5A19-B764-47A7-A3FB-682570A04697}" presName="bkgdShape" presStyleLbl="node1" presStyleIdx="0" presStyleCnt="1" custLinFactNeighborY="-59539"/>
      <dgm:spPr/>
    </dgm:pt>
    <dgm:pt modelId="{B6512380-0EA6-4CA7-BC23-BA1C1147A8B1}" type="pres">
      <dgm:prSet presAssocID="{BB0D5A19-B764-47A7-A3FB-682570A04697}" presName="nodeTx" presStyleLbl="node1" presStyleIdx="0" presStyleCnt="1">
        <dgm:presLayoutVars>
          <dgm:bulletEnabled val="1"/>
        </dgm:presLayoutVars>
      </dgm:prSet>
      <dgm:spPr/>
    </dgm:pt>
    <dgm:pt modelId="{B62FB889-4AC2-4C73-A686-0D1E0EA6213F}" type="pres">
      <dgm:prSet presAssocID="{BB0D5A19-B764-47A7-A3FB-682570A04697}" presName="invisiNode" presStyleLbl="node1" presStyleIdx="0" presStyleCnt="1"/>
      <dgm:spPr/>
    </dgm:pt>
    <dgm:pt modelId="{9EBB8BA5-71FF-4526-9E99-D5B23EB08539}" type="pres">
      <dgm:prSet presAssocID="{BB0D5A19-B764-47A7-A3FB-682570A04697}" presName="imagNode" presStyleLbl="fgImgPlace1" presStyleIdx="0" presStyleCnt="1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Kör nyíllal egyszínű kitöltéssel"/>
        </a:ext>
      </dgm:extLst>
    </dgm:pt>
  </dgm:ptLst>
  <dgm:cxnLst>
    <dgm:cxn modelId="{4CEFE029-F388-4838-8773-F425D1C8CA3C}" type="presOf" srcId="{A0C2CEEE-AC84-495B-8FD0-AE7BB7C99DDB}" destId="{9CE1E234-10F7-4B79-A99B-62B4F391A8ED}" srcOrd="0" destOrd="0" presId="urn:microsoft.com/office/officeart/2005/8/layout/hList7"/>
    <dgm:cxn modelId="{68A2F28D-758C-4864-9363-4012CC94512B}" type="presOf" srcId="{BB0D5A19-B764-47A7-A3FB-682570A04697}" destId="{47B15149-F7B8-48D7-8CA4-F8AAEB8F7F8E}" srcOrd="0" destOrd="0" presId="urn:microsoft.com/office/officeart/2005/8/layout/hList7"/>
    <dgm:cxn modelId="{70EB63CE-2BAF-4593-9AE6-338A56F1FAFA}" srcId="{A0C2CEEE-AC84-495B-8FD0-AE7BB7C99DDB}" destId="{BB0D5A19-B764-47A7-A3FB-682570A04697}" srcOrd="0" destOrd="0" parTransId="{9B69F3CA-47AF-492A-B9DF-CCC7E035123C}" sibTransId="{04DA6172-735A-4B5E-8396-D8CCB3708F77}"/>
    <dgm:cxn modelId="{76326CEB-AF2E-4DDE-92C6-A5764956328C}" type="presOf" srcId="{BB0D5A19-B764-47A7-A3FB-682570A04697}" destId="{B6512380-0EA6-4CA7-BC23-BA1C1147A8B1}" srcOrd="1" destOrd="0" presId="urn:microsoft.com/office/officeart/2005/8/layout/hList7"/>
    <dgm:cxn modelId="{B7512F66-CDBB-4B3C-B9C4-E32BB0EF5A2F}" type="presParOf" srcId="{9CE1E234-10F7-4B79-A99B-62B4F391A8ED}" destId="{90E06287-B10D-4B20-BF5C-F0D5EC9BC2AF}" srcOrd="0" destOrd="0" presId="urn:microsoft.com/office/officeart/2005/8/layout/hList7"/>
    <dgm:cxn modelId="{1CBB48CE-1227-4FC9-A5E7-BA696D772462}" type="presParOf" srcId="{9CE1E234-10F7-4B79-A99B-62B4F391A8ED}" destId="{C73975C7-0AE2-41B8-A907-DA02494D3B30}" srcOrd="1" destOrd="0" presId="urn:microsoft.com/office/officeart/2005/8/layout/hList7"/>
    <dgm:cxn modelId="{926212A9-9BE8-4742-AF42-1996EABE0839}" type="presParOf" srcId="{C73975C7-0AE2-41B8-A907-DA02494D3B30}" destId="{F8A500D9-81AC-40DD-9DEE-EB6D2FD28249}" srcOrd="0" destOrd="0" presId="urn:microsoft.com/office/officeart/2005/8/layout/hList7"/>
    <dgm:cxn modelId="{1F3928EB-9A9B-4D27-8B99-D9BFE4E1EDB6}" type="presParOf" srcId="{F8A500D9-81AC-40DD-9DEE-EB6D2FD28249}" destId="{47B15149-F7B8-48D7-8CA4-F8AAEB8F7F8E}" srcOrd="0" destOrd="0" presId="urn:microsoft.com/office/officeart/2005/8/layout/hList7"/>
    <dgm:cxn modelId="{1CC09677-31AC-4874-9E2C-D06C3A121929}" type="presParOf" srcId="{F8A500D9-81AC-40DD-9DEE-EB6D2FD28249}" destId="{B6512380-0EA6-4CA7-BC23-BA1C1147A8B1}" srcOrd="1" destOrd="0" presId="urn:microsoft.com/office/officeart/2005/8/layout/hList7"/>
    <dgm:cxn modelId="{EC59217B-768F-420C-8165-95AD14A85B02}" type="presParOf" srcId="{F8A500D9-81AC-40DD-9DEE-EB6D2FD28249}" destId="{B62FB889-4AC2-4C73-A686-0D1E0EA6213F}" srcOrd="2" destOrd="0" presId="urn:microsoft.com/office/officeart/2005/8/layout/hList7"/>
    <dgm:cxn modelId="{CEE6CFA6-0586-45C0-8B44-B30A19D65B19}" type="presParOf" srcId="{F8A500D9-81AC-40DD-9DEE-EB6D2FD28249}" destId="{9EBB8BA5-71FF-4526-9E99-D5B23EB08539}" srcOrd="3" destOrd="0" presId="urn:microsoft.com/office/officeart/2005/8/layout/hList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92C257-9C6D-4284-9A2D-1763CCE1D3B1}" type="doc">
      <dgm:prSet loTypeId="urn:microsoft.com/office/officeart/2005/8/layout/hList7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C4F6E0F9-CD58-4EB5-87A8-11D7556475C2}">
      <dgm:prSet/>
      <dgm:spPr/>
      <dgm:t>
        <a:bodyPr/>
        <a:lstStyle/>
        <a:p>
          <a:r>
            <a:rPr lang="hu-HU"/>
            <a:t>Hálózat működésének bemutatása</a:t>
          </a:r>
        </a:p>
      </dgm:t>
    </dgm:pt>
    <dgm:pt modelId="{4DE86C9C-D569-4128-9F8E-177DB17F37CE}" type="parTrans" cxnId="{E568E93C-1CEB-48B8-B77C-518F68F615B8}">
      <dgm:prSet/>
      <dgm:spPr/>
      <dgm:t>
        <a:bodyPr/>
        <a:lstStyle/>
        <a:p>
          <a:endParaRPr lang="hu-HU"/>
        </a:p>
      </dgm:t>
    </dgm:pt>
    <dgm:pt modelId="{90525A6C-5E98-45D6-BD52-963850D3C58F}" type="sibTrans" cxnId="{E568E93C-1CEB-48B8-B77C-518F68F615B8}">
      <dgm:prSet/>
      <dgm:spPr/>
      <dgm:t>
        <a:bodyPr/>
        <a:lstStyle/>
        <a:p>
          <a:endParaRPr lang="hu-HU"/>
        </a:p>
      </dgm:t>
    </dgm:pt>
    <dgm:pt modelId="{5DA912D5-996A-4057-8686-FB340221E202}" type="pres">
      <dgm:prSet presAssocID="{1792C257-9C6D-4284-9A2D-1763CCE1D3B1}" presName="Name0" presStyleCnt="0">
        <dgm:presLayoutVars>
          <dgm:dir/>
          <dgm:resizeHandles val="exact"/>
        </dgm:presLayoutVars>
      </dgm:prSet>
      <dgm:spPr/>
    </dgm:pt>
    <dgm:pt modelId="{4910DD67-8AA7-4949-9AD6-5D211384C10D}" type="pres">
      <dgm:prSet presAssocID="{1792C257-9C6D-4284-9A2D-1763CCE1D3B1}" presName="fgShape" presStyleLbl="fgShp" presStyleIdx="0" presStyleCnt="1"/>
      <dgm:spPr/>
    </dgm:pt>
    <dgm:pt modelId="{9BBC7FE9-7F74-40B7-B350-10D9E0F81F82}" type="pres">
      <dgm:prSet presAssocID="{1792C257-9C6D-4284-9A2D-1763CCE1D3B1}" presName="linComp" presStyleCnt="0"/>
      <dgm:spPr/>
    </dgm:pt>
    <dgm:pt modelId="{04F5E06A-B602-461C-A6E7-B454C43017FB}" type="pres">
      <dgm:prSet presAssocID="{C4F6E0F9-CD58-4EB5-87A8-11D7556475C2}" presName="compNode" presStyleCnt="0"/>
      <dgm:spPr/>
    </dgm:pt>
    <dgm:pt modelId="{8079FF8F-C759-4CF7-B80C-A413F797F96F}" type="pres">
      <dgm:prSet presAssocID="{C4F6E0F9-CD58-4EB5-87A8-11D7556475C2}" presName="bkgdShape" presStyleLbl="node1" presStyleIdx="0" presStyleCnt="1"/>
      <dgm:spPr/>
    </dgm:pt>
    <dgm:pt modelId="{9DC666C7-B7CD-4A3C-AB23-4B75FC46E8C8}" type="pres">
      <dgm:prSet presAssocID="{C4F6E0F9-CD58-4EB5-87A8-11D7556475C2}" presName="nodeTx" presStyleLbl="node1" presStyleIdx="0" presStyleCnt="1">
        <dgm:presLayoutVars>
          <dgm:bulletEnabled val="1"/>
        </dgm:presLayoutVars>
      </dgm:prSet>
      <dgm:spPr/>
    </dgm:pt>
    <dgm:pt modelId="{3089DD24-BB72-4BDC-95D8-5DE46E22D535}" type="pres">
      <dgm:prSet presAssocID="{C4F6E0F9-CD58-4EB5-87A8-11D7556475C2}" presName="invisiNode" presStyleLbl="node1" presStyleIdx="0" presStyleCnt="1"/>
      <dgm:spPr/>
    </dgm:pt>
    <dgm:pt modelId="{3EAA981F-7568-4CE1-B8A7-EA255AA61A85}" type="pres">
      <dgm:prSet presAssocID="{C4F6E0F9-CD58-4EB5-87A8-11D7556475C2}" presName="imagNode" presStyleLbl="fgImgPlace1" presStyleIdx="0" presStyleCnt="1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Átvitel egyszínű kitöltéssel"/>
        </a:ext>
      </dgm:extLst>
    </dgm:pt>
  </dgm:ptLst>
  <dgm:cxnLst>
    <dgm:cxn modelId="{E568E93C-1CEB-48B8-B77C-518F68F615B8}" srcId="{1792C257-9C6D-4284-9A2D-1763CCE1D3B1}" destId="{C4F6E0F9-CD58-4EB5-87A8-11D7556475C2}" srcOrd="0" destOrd="0" parTransId="{4DE86C9C-D569-4128-9F8E-177DB17F37CE}" sibTransId="{90525A6C-5E98-45D6-BD52-963850D3C58F}"/>
    <dgm:cxn modelId="{5E41E043-B03B-4386-A052-0B1BA086B6DE}" type="presOf" srcId="{C4F6E0F9-CD58-4EB5-87A8-11D7556475C2}" destId="{9DC666C7-B7CD-4A3C-AB23-4B75FC46E8C8}" srcOrd="1" destOrd="0" presId="urn:microsoft.com/office/officeart/2005/8/layout/hList7"/>
    <dgm:cxn modelId="{F1940574-3071-4256-B89B-BE2BEFF7946A}" type="presOf" srcId="{C4F6E0F9-CD58-4EB5-87A8-11D7556475C2}" destId="{8079FF8F-C759-4CF7-B80C-A413F797F96F}" srcOrd="0" destOrd="0" presId="urn:microsoft.com/office/officeart/2005/8/layout/hList7"/>
    <dgm:cxn modelId="{FC7BED54-1169-48C0-8B01-E611433A7F55}" type="presOf" srcId="{1792C257-9C6D-4284-9A2D-1763CCE1D3B1}" destId="{5DA912D5-996A-4057-8686-FB340221E202}" srcOrd="0" destOrd="0" presId="urn:microsoft.com/office/officeart/2005/8/layout/hList7"/>
    <dgm:cxn modelId="{4B973D11-8793-4CF8-9047-BA7DEB36F292}" type="presParOf" srcId="{5DA912D5-996A-4057-8686-FB340221E202}" destId="{4910DD67-8AA7-4949-9AD6-5D211384C10D}" srcOrd="0" destOrd="0" presId="urn:microsoft.com/office/officeart/2005/8/layout/hList7"/>
    <dgm:cxn modelId="{639BC874-DE65-41F9-BBD1-CB49DE5FB1E1}" type="presParOf" srcId="{5DA912D5-996A-4057-8686-FB340221E202}" destId="{9BBC7FE9-7F74-40B7-B350-10D9E0F81F82}" srcOrd="1" destOrd="0" presId="urn:microsoft.com/office/officeart/2005/8/layout/hList7"/>
    <dgm:cxn modelId="{D8B930BC-FEEE-4E80-A5DD-5D7D61327EE3}" type="presParOf" srcId="{9BBC7FE9-7F74-40B7-B350-10D9E0F81F82}" destId="{04F5E06A-B602-461C-A6E7-B454C43017FB}" srcOrd="0" destOrd="0" presId="urn:microsoft.com/office/officeart/2005/8/layout/hList7"/>
    <dgm:cxn modelId="{BEF755B1-46AD-439E-A424-4ED79015633B}" type="presParOf" srcId="{04F5E06A-B602-461C-A6E7-B454C43017FB}" destId="{8079FF8F-C759-4CF7-B80C-A413F797F96F}" srcOrd="0" destOrd="0" presId="urn:microsoft.com/office/officeart/2005/8/layout/hList7"/>
    <dgm:cxn modelId="{43A643C8-C39A-4E79-9298-024187616A87}" type="presParOf" srcId="{04F5E06A-B602-461C-A6E7-B454C43017FB}" destId="{9DC666C7-B7CD-4A3C-AB23-4B75FC46E8C8}" srcOrd="1" destOrd="0" presId="urn:microsoft.com/office/officeart/2005/8/layout/hList7"/>
    <dgm:cxn modelId="{1D878861-CC20-4B54-BE4E-BD99D876244F}" type="presParOf" srcId="{04F5E06A-B602-461C-A6E7-B454C43017FB}" destId="{3089DD24-BB72-4BDC-95D8-5DE46E22D535}" srcOrd="2" destOrd="0" presId="urn:microsoft.com/office/officeart/2005/8/layout/hList7"/>
    <dgm:cxn modelId="{62414448-8470-45B2-A6FE-5BC12303B8FA}" type="presParOf" srcId="{04F5E06A-B602-461C-A6E7-B454C43017FB}" destId="{3EAA981F-7568-4CE1-B8A7-EA255AA61A85}" srcOrd="3" destOrd="0" presId="urn:microsoft.com/office/officeart/2005/8/layout/hList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1DF6148-CC84-45B9-A577-5F472E8D8CED}" type="doc">
      <dgm:prSet loTypeId="urn:microsoft.com/office/officeart/2005/8/layout/vList3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6660D365-E273-46EC-BD19-1BC2860F6088}">
      <dgm:prSet/>
      <dgm:spPr/>
      <dgm:t>
        <a:bodyPr/>
        <a:lstStyle/>
        <a:p>
          <a:r>
            <a:rPr lang="hu-HU" dirty="0"/>
            <a:t>Hálózat működésének bemutatása</a:t>
          </a:r>
        </a:p>
      </dgm:t>
    </dgm:pt>
    <dgm:pt modelId="{E8DE834E-0056-4041-BFAC-6F16A1CA8CCB}" type="parTrans" cxnId="{443D118C-5D9A-4767-9D48-4A96A960F6B2}">
      <dgm:prSet/>
      <dgm:spPr/>
      <dgm:t>
        <a:bodyPr/>
        <a:lstStyle/>
        <a:p>
          <a:endParaRPr lang="hu-HU"/>
        </a:p>
      </dgm:t>
    </dgm:pt>
    <dgm:pt modelId="{4935A985-D071-4958-A3CD-D1814ADE1E4C}" type="sibTrans" cxnId="{443D118C-5D9A-4767-9D48-4A96A960F6B2}">
      <dgm:prSet/>
      <dgm:spPr/>
      <dgm:t>
        <a:bodyPr/>
        <a:lstStyle/>
        <a:p>
          <a:endParaRPr lang="hu-HU"/>
        </a:p>
      </dgm:t>
    </dgm:pt>
    <dgm:pt modelId="{17934AD5-13CF-481C-A500-FAE454C5C15A}" type="pres">
      <dgm:prSet presAssocID="{01DF6148-CC84-45B9-A577-5F472E8D8CED}" presName="linearFlow" presStyleCnt="0">
        <dgm:presLayoutVars>
          <dgm:dir/>
          <dgm:resizeHandles val="exact"/>
        </dgm:presLayoutVars>
      </dgm:prSet>
      <dgm:spPr/>
    </dgm:pt>
    <dgm:pt modelId="{C6B1F802-9003-42BF-ACE9-A321A2C52AB2}" type="pres">
      <dgm:prSet presAssocID="{6660D365-E273-46EC-BD19-1BC2860F6088}" presName="composite" presStyleCnt="0"/>
      <dgm:spPr/>
    </dgm:pt>
    <dgm:pt modelId="{C145C041-44AB-451C-8E07-9676501853B7}" type="pres">
      <dgm:prSet presAssocID="{6660D365-E273-46EC-BD19-1BC2860F6088}" presName="imgShp" presStyleLbl="fgImgPlace1" presStyleIdx="0" presStyleCnt="1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ipa egyszínű kitöltéssel"/>
        </a:ext>
      </dgm:extLst>
    </dgm:pt>
    <dgm:pt modelId="{0FEAB3CE-FE7C-42FD-9C2F-8748D91ED238}" type="pres">
      <dgm:prSet presAssocID="{6660D365-E273-46EC-BD19-1BC2860F6088}" presName="txShp" presStyleLbl="node1" presStyleIdx="0" presStyleCnt="1" custLinFactNeighborX="-1871" custLinFactNeighborY="-15719">
        <dgm:presLayoutVars>
          <dgm:bulletEnabled val="1"/>
        </dgm:presLayoutVars>
      </dgm:prSet>
      <dgm:spPr/>
    </dgm:pt>
  </dgm:ptLst>
  <dgm:cxnLst>
    <dgm:cxn modelId="{F29B4F7E-1808-4A47-97B7-6192AFF59F0A}" type="presOf" srcId="{01DF6148-CC84-45B9-A577-5F472E8D8CED}" destId="{17934AD5-13CF-481C-A500-FAE454C5C15A}" srcOrd="0" destOrd="0" presId="urn:microsoft.com/office/officeart/2005/8/layout/vList3"/>
    <dgm:cxn modelId="{443D118C-5D9A-4767-9D48-4A96A960F6B2}" srcId="{01DF6148-CC84-45B9-A577-5F472E8D8CED}" destId="{6660D365-E273-46EC-BD19-1BC2860F6088}" srcOrd="0" destOrd="0" parTransId="{E8DE834E-0056-4041-BFAC-6F16A1CA8CCB}" sibTransId="{4935A985-D071-4958-A3CD-D1814ADE1E4C}"/>
    <dgm:cxn modelId="{7DC712FD-FE15-45C3-8F0A-74904BA7FC95}" type="presOf" srcId="{6660D365-E273-46EC-BD19-1BC2860F6088}" destId="{0FEAB3CE-FE7C-42FD-9C2F-8748D91ED238}" srcOrd="0" destOrd="0" presId="urn:microsoft.com/office/officeart/2005/8/layout/vList3"/>
    <dgm:cxn modelId="{D00BA489-BFCD-4FF9-83FA-196020017284}" type="presParOf" srcId="{17934AD5-13CF-481C-A500-FAE454C5C15A}" destId="{C6B1F802-9003-42BF-ACE9-A321A2C52AB2}" srcOrd="0" destOrd="0" presId="urn:microsoft.com/office/officeart/2005/8/layout/vList3"/>
    <dgm:cxn modelId="{CF7381B3-224E-4978-B91B-F052E6149124}" type="presParOf" srcId="{C6B1F802-9003-42BF-ACE9-A321A2C52AB2}" destId="{C145C041-44AB-451C-8E07-9676501853B7}" srcOrd="0" destOrd="0" presId="urn:microsoft.com/office/officeart/2005/8/layout/vList3"/>
    <dgm:cxn modelId="{34A9119F-027E-4714-8706-AC4ABCC59DC2}" type="presParOf" srcId="{C6B1F802-9003-42BF-ACE9-A321A2C52AB2}" destId="{0FEAB3CE-FE7C-42FD-9C2F-8748D91ED238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F407AEC-ECBE-47C6-8E7A-34946A16D42C}" type="doc">
      <dgm:prSet loTypeId="urn:microsoft.com/office/officeart/2008/layout/AlternatingPictureBlock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72588661-E508-4C93-98DF-77B882E940FF}">
      <dgm:prSet/>
      <dgm:spPr/>
      <dgm:t>
        <a:bodyPr/>
        <a:lstStyle/>
        <a:p>
          <a:r>
            <a:rPr lang="hu-HU" dirty="0"/>
            <a:t>Hálózat működésének bemutatása</a:t>
          </a:r>
          <a:br>
            <a:rPr lang="hu-HU" dirty="0"/>
          </a:br>
          <a:endParaRPr lang="hu-HU" dirty="0"/>
        </a:p>
      </dgm:t>
    </dgm:pt>
    <dgm:pt modelId="{8255B89D-0970-4727-81D1-2D1B055A40BF}" type="parTrans" cxnId="{1C5CB084-C984-4A1E-9C1F-DD55664958F5}">
      <dgm:prSet/>
      <dgm:spPr/>
      <dgm:t>
        <a:bodyPr/>
        <a:lstStyle/>
        <a:p>
          <a:endParaRPr lang="hu-HU"/>
        </a:p>
      </dgm:t>
    </dgm:pt>
    <dgm:pt modelId="{FCC01F30-A799-4A91-B35E-E5B27B3CD3CE}" type="sibTrans" cxnId="{1C5CB084-C984-4A1E-9C1F-DD55664958F5}">
      <dgm:prSet/>
      <dgm:spPr/>
      <dgm:t>
        <a:bodyPr/>
        <a:lstStyle/>
        <a:p>
          <a:endParaRPr lang="hu-HU"/>
        </a:p>
      </dgm:t>
    </dgm:pt>
    <dgm:pt modelId="{0F30EB6B-0873-4D1B-BF6C-4717CEC77088}" type="pres">
      <dgm:prSet presAssocID="{BF407AEC-ECBE-47C6-8E7A-34946A16D42C}" presName="linearFlow" presStyleCnt="0">
        <dgm:presLayoutVars>
          <dgm:dir/>
          <dgm:resizeHandles val="exact"/>
        </dgm:presLayoutVars>
      </dgm:prSet>
      <dgm:spPr/>
    </dgm:pt>
    <dgm:pt modelId="{F87BDE82-E7EA-4BF2-B2C7-070F2135F9F6}" type="pres">
      <dgm:prSet presAssocID="{72588661-E508-4C93-98DF-77B882E940FF}" presName="comp" presStyleCnt="0"/>
      <dgm:spPr/>
    </dgm:pt>
    <dgm:pt modelId="{DA8FF367-6468-42AD-A972-BE2B3D6CBF3E}" type="pres">
      <dgm:prSet presAssocID="{72588661-E508-4C93-98DF-77B882E940FF}" presName="rect2" presStyleLbl="node1" presStyleIdx="0" presStyleCnt="1">
        <dgm:presLayoutVars>
          <dgm:bulletEnabled val="1"/>
        </dgm:presLayoutVars>
      </dgm:prSet>
      <dgm:spPr/>
    </dgm:pt>
    <dgm:pt modelId="{E875F8D2-5BC5-41EE-ABBE-972397E41ECA}" type="pres">
      <dgm:prSet presAssocID="{72588661-E508-4C93-98DF-77B882E940FF}" presName="rect1" presStyleLbl="lnNode1" presStyleIdx="0" presStyleCnt="1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</dgm:spPr>
      <dgm:extLst>
        <a:ext uri="{E40237B7-FDA0-4F09-8148-C483321AD2D9}">
          <dgm14:cNvPr xmlns:dgm14="http://schemas.microsoft.com/office/drawing/2010/diagram" id="0" name="" descr="Internet egyszínű kitöltéssel"/>
        </a:ext>
      </dgm:extLst>
    </dgm:pt>
  </dgm:ptLst>
  <dgm:cxnLst>
    <dgm:cxn modelId="{C56E0741-61A4-468E-A0FC-BCB7FC37761A}" type="presOf" srcId="{72588661-E508-4C93-98DF-77B882E940FF}" destId="{DA8FF367-6468-42AD-A972-BE2B3D6CBF3E}" srcOrd="0" destOrd="0" presId="urn:microsoft.com/office/officeart/2008/layout/AlternatingPictureBlocks"/>
    <dgm:cxn modelId="{1C5CB084-C984-4A1E-9C1F-DD55664958F5}" srcId="{BF407AEC-ECBE-47C6-8E7A-34946A16D42C}" destId="{72588661-E508-4C93-98DF-77B882E940FF}" srcOrd="0" destOrd="0" parTransId="{8255B89D-0970-4727-81D1-2D1B055A40BF}" sibTransId="{FCC01F30-A799-4A91-B35E-E5B27B3CD3CE}"/>
    <dgm:cxn modelId="{9379609B-6468-4C85-A12A-2CC6F1F1DBCD}" type="presOf" srcId="{BF407AEC-ECBE-47C6-8E7A-34946A16D42C}" destId="{0F30EB6B-0873-4D1B-BF6C-4717CEC77088}" srcOrd="0" destOrd="0" presId="urn:microsoft.com/office/officeart/2008/layout/AlternatingPictureBlocks"/>
    <dgm:cxn modelId="{F859AEB9-2304-434F-B9D5-3611D338A02C}" type="presParOf" srcId="{0F30EB6B-0873-4D1B-BF6C-4717CEC77088}" destId="{F87BDE82-E7EA-4BF2-B2C7-070F2135F9F6}" srcOrd="0" destOrd="0" presId="urn:microsoft.com/office/officeart/2008/layout/AlternatingPictureBlocks"/>
    <dgm:cxn modelId="{3B884E24-F594-49C7-8F39-2BFDC1153A82}" type="presParOf" srcId="{F87BDE82-E7EA-4BF2-B2C7-070F2135F9F6}" destId="{DA8FF367-6468-42AD-A972-BE2B3D6CBF3E}" srcOrd="0" destOrd="0" presId="urn:microsoft.com/office/officeart/2008/layout/AlternatingPictureBlocks"/>
    <dgm:cxn modelId="{F2DC1587-E81E-4E85-AEC1-61C377F3CA08}" type="presParOf" srcId="{F87BDE82-E7EA-4BF2-B2C7-070F2135F9F6}" destId="{E875F8D2-5BC5-41EE-ABBE-972397E41ECA}" srcOrd="1" destOrd="0" presId="urn:microsoft.com/office/officeart/2008/layout/AlternatingPictureBlock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F407AEC-ECBE-47C6-8E7A-34946A16D42C}" type="doc">
      <dgm:prSet loTypeId="urn:microsoft.com/office/officeart/2008/layout/AlternatingPictureBlocks" loCatId="list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hu-HU"/>
        </a:p>
      </dgm:t>
    </dgm:pt>
    <dgm:pt modelId="{72588661-E508-4C93-98DF-77B882E940FF}">
      <dgm:prSet/>
      <dgm:spPr>
        <a:solidFill>
          <a:schemeClr val="tx2">
            <a:lumMod val="60000"/>
            <a:lumOff val="40000"/>
          </a:schemeClr>
        </a:solidFill>
      </dgm:spPr>
      <dgm:t>
        <a:bodyPr/>
        <a:lstStyle/>
        <a:p>
          <a:r>
            <a:rPr lang="hu-HU" dirty="0"/>
            <a:t>Hálózat működésének bemutatása</a:t>
          </a:r>
          <a:br>
            <a:rPr lang="hu-HU" dirty="0"/>
          </a:br>
          <a:endParaRPr lang="hu-HU" dirty="0"/>
        </a:p>
      </dgm:t>
    </dgm:pt>
    <dgm:pt modelId="{8255B89D-0970-4727-81D1-2D1B055A40BF}" type="parTrans" cxnId="{1C5CB084-C984-4A1E-9C1F-DD55664958F5}">
      <dgm:prSet/>
      <dgm:spPr/>
      <dgm:t>
        <a:bodyPr/>
        <a:lstStyle/>
        <a:p>
          <a:endParaRPr lang="hu-HU"/>
        </a:p>
      </dgm:t>
    </dgm:pt>
    <dgm:pt modelId="{FCC01F30-A799-4A91-B35E-E5B27B3CD3CE}" type="sibTrans" cxnId="{1C5CB084-C984-4A1E-9C1F-DD55664958F5}">
      <dgm:prSet/>
      <dgm:spPr/>
      <dgm:t>
        <a:bodyPr/>
        <a:lstStyle/>
        <a:p>
          <a:endParaRPr lang="hu-HU"/>
        </a:p>
      </dgm:t>
    </dgm:pt>
    <dgm:pt modelId="{0F30EB6B-0873-4D1B-BF6C-4717CEC77088}" type="pres">
      <dgm:prSet presAssocID="{BF407AEC-ECBE-47C6-8E7A-34946A16D42C}" presName="linearFlow" presStyleCnt="0">
        <dgm:presLayoutVars>
          <dgm:dir/>
          <dgm:resizeHandles val="exact"/>
        </dgm:presLayoutVars>
      </dgm:prSet>
      <dgm:spPr/>
    </dgm:pt>
    <dgm:pt modelId="{F87BDE82-E7EA-4BF2-B2C7-070F2135F9F6}" type="pres">
      <dgm:prSet presAssocID="{72588661-E508-4C93-98DF-77B882E940FF}" presName="comp" presStyleCnt="0"/>
      <dgm:spPr/>
    </dgm:pt>
    <dgm:pt modelId="{DA8FF367-6468-42AD-A972-BE2B3D6CBF3E}" type="pres">
      <dgm:prSet presAssocID="{72588661-E508-4C93-98DF-77B882E940FF}" presName="rect2" presStyleLbl="node1" presStyleIdx="0" presStyleCnt="1">
        <dgm:presLayoutVars>
          <dgm:bulletEnabled val="1"/>
        </dgm:presLayoutVars>
      </dgm:prSet>
      <dgm:spPr/>
    </dgm:pt>
    <dgm:pt modelId="{E875F8D2-5BC5-41EE-ABBE-972397E41ECA}" type="pres">
      <dgm:prSet presAssocID="{72588661-E508-4C93-98DF-77B882E940FF}" presName="rect1" presStyleLbl="lnNode1" presStyleIdx="0" presStyleCnt="1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</dgm:spPr>
      <dgm:extLst>
        <a:ext uri="{E40237B7-FDA0-4F09-8148-C483321AD2D9}">
          <dgm14:cNvPr xmlns:dgm14="http://schemas.microsoft.com/office/drawing/2010/diagram" id="0" name="" descr="Internet egyszínű kitöltéssel"/>
        </a:ext>
      </dgm:extLst>
    </dgm:pt>
  </dgm:ptLst>
  <dgm:cxnLst>
    <dgm:cxn modelId="{C56E0741-61A4-468E-A0FC-BCB7FC37761A}" type="presOf" srcId="{72588661-E508-4C93-98DF-77B882E940FF}" destId="{DA8FF367-6468-42AD-A972-BE2B3D6CBF3E}" srcOrd="0" destOrd="0" presId="urn:microsoft.com/office/officeart/2008/layout/AlternatingPictureBlocks"/>
    <dgm:cxn modelId="{1C5CB084-C984-4A1E-9C1F-DD55664958F5}" srcId="{BF407AEC-ECBE-47C6-8E7A-34946A16D42C}" destId="{72588661-E508-4C93-98DF-77B882E940FF}" srcOrd="0" destOrd="0" parTransId="{8255B89D-0970-4727-81D1-2D1B055A40BF}" sibTransId="{FCC01F30-A799-4A91-B35E-E5B27B3CD3CE}"/>
    <dgm:cxn modelId="{9379609B-6468-4C85-A12A-2CC6F1F1DBCD}" type="presOf" srcId="{BF407AEC-ECBE-47C6-8E7A-34946A16D42C}" destId="{0F30EB6B-0873-4D1B-BF6C-4717CEC77088}" srcOrd="0" destOrd="0" presId="urn:microsoft.com/office/officeart/2008/layout/AlternatingPictureBlocks"/>
    <dgm:cxn modelId="{F859AEB9-2304-434F-B9D5-3611D338A02C}" type="presParOf" srcId="{0F30EB6B-0873-4D1B-BF6C-4717CEC77088}" destId="{F87BDE82-E7EA-4BF2-B2C7-070F2135F9F6}" srcOrd="0" destOrd="0" presId="urn:microsoft.com/office/officeart/2008/layout/AlternatingPictureBlocks"/>
    <dgm:cxn modelId="{3B884E24-F594-49C7-8F39-2BFDC1153A82}" type="presParOf" srcId="{F87BDE82-E7EA-4BF2-B2C7-070F2135F9F6}" destId="{DA8FF367-6468-42AD-A972-BE2B3D6CBF3E}" srcOrd="0" destOrd="0" presId="urn:microsoft.com/office/officeart/2008/layout/AlternatingPictureBlocks"/>
    <dgm:cxn modelId="{F2DC1587-E81E-4E85-AEC1-61C377F3CA08}" type="presParOf" srcId="{F87BDE82-E7EA-4BF2-B2C7-070F2135F9F6}" destId="{E875F8D2-5BC5-41EE-ABBE-972397E41ECA}" srcOrd="1" destOrd="0" presId="urn:microsoft.com/office/officeart/2008/layout/AlternatingPictureBlock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F407AEC-ECBE-47C6-8E7A-34946A16D42C}" type="doc">
      <dgm:prSet loTypeId="urn:microsoft.com/office/officeart/2008/layout/AlternatingPictureBlocks" loCatId="list" qsTypeId="urn:microsoft.com/office/officeart/2005/8/quickstyle/simple1" qsCatId="simple" csTypeId="urn:microsoft.com/office/officeart/2005/8/colors/accent3_4" csCatId="accent3" phldr="1"/>
      <dgm:spPr/>
      <dgm:t>
        <a:bodyPr/>
        <a:lstStyle/>
        <a:p>
          <a:endParaRPr lang="hu-HU"/>
        </a:p>
      </dgm:t>
    </dgm:pt>
    <dgm:pt modelId="{72588661-E508-4C93-98DF-77B882E940FF}">
      <dgm:prSet/>
      <dgm:spPr/>
      <dgm:t>
        <a:bodyPr/>
        <a:lstStyle/>
        <a:p>
          <a:r>
            <a:rPr lang="hu-HU" dirty="0"/>
            <a:t>Hálózat működésének bemutatása</a:t>
          </a:r>
          <a:br>
            <a:rPr lang="hu-HU" dirty="0"/>
          </a:br>
          <a:endParaRPr lang="hu-HU" dirty="0"/>
        </a:p>
      </dgm:t>
    </dgm:pt>
    <dgm:pt modelId="{8255B89D-0970-4727-81D1-2D1B055A40BF}" type="parTrans" cxnId="{1C5CB084-C984-4A1E-9C1F-DD55664958F5}">
      <dgm:prSet/>
      <dgm:spPr/>
      <dgm:t>
        <a:bodyPr/>
        <a:lstStyle/>
        <a:p>
          <a:endParaRPr lang="hu-HU"/>
        </a:p>
      </dgm:t>
    </dgm:pt>
    <dgm:pt modelId="{FCC01F30-A799-4A91-B35E-E5B27B3CD3CE}" type="sibTrans" cxnId="{1C5CB084-C984-4A1E-9C1F-DD55664958F5}">
      <dgm:prSet/>
      <dgm:spPr/>
      <dgm:t>
        <a:bodyPr/>
        <a:lstStyle/>
        <a:p>
          <a:endParaRPr lang="hu-HU"/>
        </a:p>
      </dgm:t>
    </dgm:pt>
    <dgm:pt modelId="{0F30EB6B-0873-4D1B-BF6C-4717CEC77088}" type="pres">
      <dgm:prSet presAssocID="{BF407AEC-ECBE-47C6-8E7A-34946A16D42C}" presName="linearFlow" presStyleCnt="0">
        <dgm:presLayoutVars>
          <dgm:dir/>
          <dgm:resizeHandles val="exact"/>
        </dgm:presLayoutVars>
      </dgm:prSet>
      <dgm:spPr/>
    </dgm:pt>
    <dgm:pt modelId="{F87BDE82-E7EA-4BF2-B2C7-070F2135F9F6}" type="pres">
      <dgm:prSet presAssocID="{72588661-E508-4C93-98DF-77B882E940FF}" presName="comp" presStyleCnt="0"/>
      <dgm:spPr/>
    </dgm:pt>
    <dgm:pt modelId="{DA8FF367-6468-42AD-A972-BE2B3D6CBF3E}" type="pres">
      <dgm:prSet presAssocID="{72588661-E508-4C93-98DF-77B882E940FF}" presName="rect2" presStyleLbl="node1" presStyleIdx="0" presStyleCnt="1">
        <dgm:presLayoutVars>
          <dgm:bulletEnabled val="1"/>
        </dgm:presLayoutVars>
      </dgm:prSet>
      <dgm:spPr/>
    </dgm:pt>
    <dgm:pt modelId="{E875F8D2-5BC5-41EE-ABBE-972397E41ECA}" type="pres">
      <dgm:prSet presAssocID="{72588661-E508-4C93-98DF-77B882E940FF}" presName="rect1" presStyleLbl="lnNode1" presStyleIdx="0" presStyleCnt="1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</dgm:spPr>
      <dgm:extLst>
        <a:ext uri="{E40237B7-FDA0-4F09-8148-C483321AD2D9}">
          <dgm14:cNvPr xmlns:dgm14="http://schemas.microsoft.com/office/drawing/2010/diagram" id="0" name="" descr="Internet egyszínű kitöltéssel"/>
        </a:ext>
      </dgm:extLst>
    </dgm:pt>
  </dgm:ptLst>
  <dgm:cxnLst>
    <dgm:cxn modelId="{C56E0741-61A4-468E-A0FC-BCB7FC37761A}" type="presOf" srcId="{72588661-E508-4C93-98DF-77B882E940FF}" destId="{DA8FF367-6468-42AD-A972-BE2B3D6CBF3E}" srcOrd="0" destOrd="0" presId="urn:microsoft.com/office/officeart/2008/layout/AlternatingPictureBlocks"/>
    <dgm:cxn modelId="{1C5CB084-C984-4A1E-9C1F-DD55664958F5}" srcId="{BF407AEC-ECBE-47C6-8E7A-34946A16D42C}" destId="{72588661-E508-4C93-98DF-77B882E940FF}" srcOrd="0" destOrd="0" parTransId="{8255B89D-0970-4727-81D1-2D1B055A40BF}" sibTransId="{FCC01F30-A799-4A91-B35E-E5B27B3CD3CE}"/>
    <dgm:cxn modelId="{9379609B-6468-4C85-A12A-2CC6F1F1DBCD}" type="presOf" srcId="{BF407AEC-ECBE-47C6-8E7A-34946A16D42C}" destId="{0F30EB6B-0873-4D1B-BF6C-4717CEC77088}" srcOrd="0" destOrd="0" presId="urn:microsoft.com/office/officeart/2008/layout/AlternatingPictureBlocks"/>
    <dgm:cxn modelId="{F859AEB9-2304-434F-B9D5-3611D338A02C}" type="presParOf" srcId="{0F30EB6B-0873-4D1B-BF6C-4717CEC77088}" destId="{F87BDE82-E7EA-4BF2-B2C7-070F2135F9F6}" srcOrd="0" destOrd="0" presId="urn:microsoft.com/office/officeart/2008/layout/AlternatingPictureBlocks"/>
    <dgm:cxn modelId="{3B884E24-F594-49C7-8F39-2BFDC1153A82}" type="presParOf" srcId="{F87BDE82-E7EA-4BF2-B2C7-070F2135F9F6}" destId="{DA8FF367-6468-42AD-A972-BE2B3D6CBF3E}" srcOrd="0" destOrd="0" presId="urn:microsoft.com/office/officeart/2008/layout/AlternatingPictureBlocks"/>
    <dgm:cxn modelId="{F2DC1587-E81E-4E85-AEC1-61C377F3CA08}" type="presParOf" srcId="{F87BDE82-E7EA-4BF2-B2C7-070F2135F9F6}" destId="{E875F8D2-5BC5-41EE-ABBE-972397E41ECA}" srcOrd="1" destOrd="0" presId="urn:microsoft.com/office/officeart/2008/layout/AlternatingPictureBlock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E1C4B6-3D06-45B5-B7BE-ED5812AED7E8}">
      <dsp:nvSpPr>
        <dsp:cNvPr id="0" name=""/>
        <dsp:cNvSpPr/>
      </dsp:nvSpPr>
      <dsp:spPr>
        <a:xfrm rot="10800000">
          <a:off x="904607" y="0"/>
          <a:ext cx="2563261" cy="103589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6801" tIns="41910" rIns="78232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100" b="1" kern="1200" dirty="0"/>
            <a:t>Hálózat tervezése</a:t>
          </a:r>
          <a:br>
            <a:rPr lang="hu-HU" sz="1100" kern="1200" dirty="0"/>
          </a:br>
          <a:br>
            <a:rPr lang="hu-HU" sz="1100" kern="1200" dirty="0"/>
          </a:br>
          <a:r>
            <a:rPr lang="hu-HU" sz="1100" b="1" kern="1200" dirty="0"/>
            <a:t>A telephelyek méreteit figyelembe véve alakítottuk ki az irodákat.</a:t>
          </a:r>
          <a:br>
            <a:rPr lang="hu-HU" sz="1100" b="1" kern="1200" dirty="0"/>
          </a:br>
          <a:endParaRPr lang="hu-HU" sz="1100" kern="1200" dirty="0"/>
        </a:p>
      </dsp:txBody>
      <dsp:txXfrm rot="10800000">
        <a:off x="1163581" y="0"/>
        <a:ext cx="2304287" cy="1035895"/>
      </dsp:txXfrm>
    </dsp:sp>
    <dsp:sp modelId="{64D8A8DA-B7CF-4B08-8B17-C9560AAAF99E}">
      <dsp:nvSpPr>
        <dsp:cNvPr id="0" name=""/>
        <dsp:cNvSpPr/>
      </dsp:nvSpPr>
      <dsp:spPr>
        <a:xfrm>
          <a:off x="386659" y="0"/>
          <a:ext cx="1035895" cy="1035895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B15149-F7B8-48D7-8CA4-F8AAEB8F7F8E}">
      <dsp:nvSpPr>
        <dsp:cNvPr id="0" name=""/>
        <dsp:cNvSpPr/>
      </dsp:nvSpPr>
      <dsp:spPr>
        <a:xfrm>
          <a:off x="0" y="0"/>
          <a:ext cx="3854528" cy="779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kern="1200" dirty="0"/>
            <a:t>Hálózat tervezése</a:t>
          </a:r>
          <a:br>
            <a:rPr lang="hu-HU" sz="700" kern="1200" dirty="0"/>
          </a:br>
          <a:endParaRPr lang="hu-HU" sz="700" kern="1200" dirty="0"/>
        </a:p>
      </dsp:txBody>
      <dsp:txXfrm>
        <a:off x="0" y="311910"/>
        <a:ext cx="3854528" cy="311910"/>
      </dsp:txXfrm>
    </dsp:sp>
    <dsp:sp modelId="{9EBB8BA5-71FF-4526-9E99-D5B23EB08539}">
      <dsp:nvSpPr>
        <dsp:cNvPr id="0" name=""/>
        <dsp:cNvSpPr/>
      </dsp:nvSpPr>
      <dsp:spPr>
        <a:xfrm>
          <a:off x="1797431" y="46786"/>
          <a:ext cx="259665" cy="259665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E06287-B10D-4B20-BF5C-F0D5EC9BC2AF}">
      <dsp:nvSpPr>
        <dsp:cNvPr id="0" name=""/>
        <dsp:cNvSpPr/>
      </dsp:nvSpPr>
      <dsp:spPr>
        <a:xfrm>
          <a:off x="154181" y="623820"/>
          <a:ext cx="3546165" cy="116966"/>
        </a:xfrm>
        <a:prstGeom prst="leftRight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79FF8F-C759-4CF7-B80C-A413F797F96F}">
      <dsp:nvSpPr>
        <dsp:cNvPr id="0" name=""/>
        <dsp:cNvSpPr/>
      </dsp:nvSpPr>
      <dsp:spPr>
        <a:xfrm>
          <a:off x="0" y="0"/>
          <a:ext cx="3854528" cy="98213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400" kern="1200"/>
            <a:t>Hálózat működésének bemutatása</a:t>
          </a:r>
        </a:p>
      </dsp:txBody>
      <dsp:txXfrm>
        <a:off x="0" y="392852"/>
        <a:ext cx="3854528" cy="392852"/>
      </dsp:txXfrm>
    </dsp:sp>
    <dsp:sp modelId="{3EAA981F-7568-4CE1-B8A7-EA255AA61A85}">
      <dsp:nvSpPr>
        <dsp:cNvPr id="0" name=""/>
        <dsp:cNvSpPr/>
      </dsp:nvSpPr>
      <dsp:spPr>
        <a:xfrm>
          <a:off x="1763739" y="58927"/>
          <a:ext cx="327049" cy="327049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10DD67-8AA7-4949-9AD6-5D211384C10D}">
      <dsp:nvSpPr>
        <dsp:cNvPr id="0" name=""/>
        <dsp:cNvSpPr/>
      </dsp:nvSpPr>
      <dsp:spPr>
        <a:xfrm>
          <a:off x="154181" y="785704"/>
          <a:ext cx="3546165" cy="147319"/>
        </a:xfrm>
        <a:prstGeom prst="leftRight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EAB3CE-FE7C-42FD-9C2F-8748D91ED238}">
      <dsp:nvSpPr>
        <dsp:cNvPr id="0" name=""/>
        <dsp:cNvSpPr/>
      </dsp:nvSpPr>
      <dsp:spPr>
        <a:xfrm rot="10800000">
          <a:off x="1206788" y="0"/>
          <a:ext cx="4482582" cy="646343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85019" tIns="72390" rIns="135128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/>
            <a:t>Hálózat működésének bemutatása</a:t>
          </a:r>
        </a:p>
      </dsp:txBody>
      <dsp:txXfrm rot="10800000">
        <a:off x="1368374" y="0"/>
        <a:ext cx="4320996" cy="646343"/>
      </dsp:txXfrm>
    </dsp:sp>
    <dsp:sp modelId="{C145C041-44AB-451C-8E07-9676501853B7}">
      <dsp:nvSpPr>
        <dsp:cNvPr id="0" name=""/>
        <dsp:cNvSpPr/>
      </dsp:nvSpPr>
      <dsp:spPr>
        <a:xfrm>
          <a:off x="967485" y="0"/>
          <a:ext cx="646343" cy="646343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8FF367-6468-42AD-A972-BE2B3D6CBF3E}">
      <dsp:nvSpPr>
        <dsp:cNvPr id="0" name=""/>
        <dsp:cNvSpPr/>
      </dsp:nvSpPr>
      <dsp:spPr>
        <a:xfrm>
          <a:off x="1550926" y="0"/>
          <a:ext cx="2246367" cy="1015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 dirty="0"/>
            <a:t>Hálózat működésének bemutatása</a:t>
          </a:r>
          <a:br>
            <a:rPr lang="hu-HU" sz="1700" kern="1200" dirty="0"/>
          </a:br>
          <a:endParaRPr lang="hu-HU" sz="1700" kern="1200" dirty="0"/>
        </a:p>
      </dsp:txBody>
      <dsp:txXfrm>
        <a:off x="1550926" y="0"/>
        <a:ext cx="2246367" cy="1015996"/>
      </dsp:txXfrm>
    </dsp:sp>
    <dsp:sp modelId="{E875F8D2-5BC5-41EE-ABBE-972397E41ECA}">
      <dsp:nvSpPr>
        <dsp:cNvPr id="0" name=""/>
        <dsp:cNvSpPr/>
      </dsp:nvSpPr>
      <dsp:spPr>
        <a:xfrm>
          <a:off x="444507" y="0"/>
          <a:ext cx="1005836" cy="10159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8FF367-6468-42AD-A972-BE2B3D6CBF3E}">
      <dsp:nvSpPr>
        <dsp:cNvPr id="0" name=""/>
        <dsp:cNvSpPr/>
      </dsp:nvSpPr>
      <dsp:spPr>
        <a:xfrm>
          <a:off x="1550926" y="0"/>
          <a:ext cx="2246367" cy="1015996"/>
        </a:xfrm>
        <a:prstGeom prst="rect">
          <a:avLst/>
        </a:prstGeom>
        <a:solidFill>
          <a:schemeClr val="tx2">
            <a:lumMod val="60000"/>
            <a:lumOff val="40000"/>
          </a:schemeClr>
        </a:solidFill>
        <a:ln w="19050" cap="rnd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 dirty="0"/>
            <a:t>Hálózat működésének bemutatása</a:t>
          </a:r>
          <a:br>
            <a:rPr lang="hu-HU" sz="1700" kern="1200" dirty="0"/>
          </a:br>
          <a:endParaRPr lang="hu-HU" sz="1700" kern="1200" dirty="0"/>
        </a:p>
      </dsp:txBody>
      <dsp:txXfrm>
        <a:off x="1550926" y="0"/>
        <a:ext cx="2246367" cy="1015996"/>
      </dsp:txXfrm>
    </dsp:sp>
    <dsp:sp modelId="{E875F8D2-5BC5-41EE-ABBE-972397E41ECA}">
      <dsp:nvSpPr>
        <dsp:cNvPr id="0" name=""/>
        <dsp:cNvSpPr/>
      </dsp:nvSpPr>
      <dsp:spPr>
        <a:xfrm>
          <a:off x="444507" y="0"/>
          <a:ext cx="1005836" cy="10159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 w="19050" cap="rnd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8FF367-6468-42AD-A972-BE2B3D6CBF3E}">
      <dsp:nvSpPr>
        <dsp:cNvPr id="0" name=""/>
        <dsp:cNvSpPr/>
      </dsp:nvSpPr>
      <dsp:spPr>
        <a:xfrm>
          <a:off x="1550926" y="0"/>
          <a:ext cx="2246367" cy="1015996"/>
        </a:xfrm>
        <a:prstGeom prst="rect">
          <a:avLst/>
        </a:prstGeom>
        <a:solidFill>
          <a:schemeClr val="accent3">
            <a:shade val="5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 dirty="0"/>
            <a:t>Hálózat működésének bemutatása</a:t>
          </a:r>
          <a:br>
            <a:rPr lang="hu-HU" sz="1700" kern="1200" dirty="0"/>
          </a:br>
          <a:endParaRPr lang="hu-HU" sz="1700" kern="1200" dirty="0"/>
        </a:p>
      </dsp:txBody>
      <dsp:txXfrm>
        <a:off x="1550926" y="0"/>
        <a:ext cx="2246367" cy="1015996"/>
      </dsp:txXfrm>
    </dsp:sp>
    <dsp:sp modelId="{E875F8D2-5BC5-41EE-ABBE-972397E41ECA}">
      <dsp:nvSpPr>
        <dsp:cNvPr id="0" name=""/>
        <dsp:cNvSpPr/>
      </dsp:nvSpPr>
      <dsp:spPr>
        <a:xfrm>
          <a:off x="444507" y="0"/>
          <a:ext cx="1005836" cy="10159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7">
  <dgm:title val=""/>
  <dgm:desc val=""/>
  <dgm:catLst>
    <dgm:cat type="list" pri="12000"/>
    <dgm:cat type="process" pri="20000"/>
    <dgm:cat type="relationship" pri="14000"/>
    <dgm:cat type="convert" pri="8000"/>
    <dgm:cat type="picture" pri="25000"/>
    <dgm:cat type="pictureconvert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fgShape" refType="w" fact="0.92"/>
      <dgm:constr type="h" for="ch" forName="fgShape" refType="h" fact="0.15"/>
      <dgm:constr type="b" for="ch" forName="fgShape" refType="h" fact="0.95"/>
      <dgm:constr type="ctrX" for="ch" forName="fgShape" refType="w" fact="0.5"/>
      <dgm:constr type="w" for="ch" forName="linComp" refType="w"/>
      <dgm:constr type="h" for="ch" forName="linComp" refType="h"/>
      <dgm:constr type="ctrX" for="ch" forName="linComp" refType="w" fact="0.5"/>
    </dgm:constrLst>
    <dgm:ruleLst/>
    <dgm:layoutNode name="fgShape" styleLbl="fgShp">
      <dgm:alg type="sp"/>
      <dgm:shape xmlns:r="http://schemas.openxmlformats.org/officeDocument/2006/relationships" type="leftRightArrow" r:blip="" zOrderOff="99999">
        <dgm:adjLst/>
      </dgm:shape>
      <dgm:presOf/>
      <dgm:constrLst/>
      <dgm:ruleLst/>
    </dgm:layoutNode>
    <dgm:layoutNode name="linComp"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h"/>
        <dgm:constr type="w" for="ch" ptType="sibTrans" refType="w" refFor="ch" refForName="compNode" fact="0.03"/>
        <dgm:constr type="primFontSz" for="des" ptType="node" op="equ" val="65"/>
      </dgm:constrLst>
      <dgm:ruleLst/>
      <dgm:forEach name="nodesForEach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bkgdShape" refType="w"/>
            <dgm:constr type="h" for="ch" forName="bkgdShape" refType="h"/>
            <dgm:constr type="w" for="ch" forName="nodeTx" refType="w"/>
            <dgm:constr type="h" for="ch" forName="nodeTx" refType="h" fact="0.4"/>
            <dgm:constr type="b" for="ch" forName="nodeTx" refType="h" fact="0.8"/>
            <dgm:constr type="w" for="ch" forName="invisiNode" refType="w" fact="0.01"/>
            <dgm:constr type="h" for="ch" forName="invisiNode" refType="h" fact="0.06"/>
            <dgm:constr type="t" for="ch" forName="invisiNode"/>
            <dgm:constr type="ctrX" for="ch" forName="invisiNode" refType="w" fact="0.5"/>
            <dgm:constr type="h" for="ch" forName="imagNode" refType="h" fact="0.333"/>
            <dgm:constr type="w" for="ch" forName="imagNode" refType="h" refFor="ch" refForName="imagNode"/>
            <dgm:constr type="ctrX" for="ch" forName="imagNode" refType="w" fact="0.5"/>
            <dgm:constr type="t" for="ch" forName="imagNode" refType="h" fact="0.06"/>
            <dgm:constr type="w" for="ch" forName="imagNode" refType="w" op="lte" fact="0.94"/>
          </dgm:constrLst>
          <dgm:ruleLst/>
          <dgm:layoutNode name="bkgdShape"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nodeTx">
            <dgm:varLst>
              <dgm:bulletEnabled val="1"/>
            </dgm:varLst>
            <dgm:alg type="tx">
              <dgm:param type="txAnchorVert" val="mid"/>
              <dgm:param type="txAnchorHorzCh" val="ctr"/>
              <dgm:param type="stBulletLvl" val="2"/>
            </dgm:alg>
            <dgm:shape xmlns:r="http://schemas.openxmlformats.org/officeDocument/2006/relationships" type="rect" r:blip="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  <dgm:layoutNode name="invisiNode">
            <dgm:alg type="sp"/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/>
            <dgm:constrLst/>
            <dgm:ruleLst/>
          </dgm:layoutNode>
          <dgm:layoutNode name="imag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/>
            <dgm:constrLst/>
            <dgm:ruleLst/>
          </dgm:layoutNode>
        </dgm:layoutNode>
        <dgm:forEach name="sibTransForEach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7">
  <dgm:title val=""/>
  <dgm:desc val=""/>
  <dgm:catLst>
    <dgm:cat type="list" pri="12000"/>
    <dgm:cat type="process" pri="20000"/>
    <dgm:cat type="relationship" pri="14000"/>
    <dgm:cat type="convert" pri="8000"/>
    <dgm:cat type="picture" pri="25000"/>
    <dgm:cat type="pictureconvert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fgShape" refType="w" fact="0.92"/>
      <dgm:constr type="h" for="ch" forName="fgShape" refType="h" fact="0.15"/>
      <dgm:constr type="b" for="ch" forName="fgShape" refType="h" fact="0.95"/>
      <dgm:constr type="ctrX" for="ch" forName="fgShape" refType="w" fact="0.5"/>
      <dgm:constr type="w" for="ch" forName="linComp" refType="w"/>
      <dgm:constr type="h" for="ch" forName="linComp" refType="h"/>
      <dgm:constr type="ctrX" for="ch" forName="linComp" refType="w" fact="0.5"/>
    </dgm:constrLst>
    <dgm:ruleLst/>
    <dgm:layoutNode name="fgShape" styleLbl="fgShp">
      <dgm:alg type="sp"/>
      <dgm:shape xmlns:r="http://schemas.openxmlformats.org/officeDocument/2006/relationships" type="leftRightArrow" r:blip="" zOrderOff="99999">
        <dgm:adjLst/>
      </dgm:shape>
      <dgm:presOf/>
      <dgm:constrLst/>
      <dgm:ruleLst/>
    </dgm:layoutNode>
    <dgm:layoutNode name="linComp"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h"/>
        <dgm:constr type="w" for="ch" ptType="sibTrans" refType="w" refFor="ch" refForName="compNode" fact="0.03"/>
        <dgm:constr type="primFontSz" for="des" ptType="node" op="equ" val="65"/>
      </dgm:constrLst>
      <dgm:ruleLst/>
      <dgm:forEach name="nodesForEach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bkgdShape" refType="w"/>
            <dgm:constr type="h" for="ch" forName="bkgdShape" refType="h"/>
            <dgm:constr type="w" for="ch" forName="nodeTx" refType="w"/>
            <dgm:constr type="h" for="ch" forName="nodeTx" refType="h" fact="0.4"/>
            <dgm:constr type="b" for="ch" forName="nodeTx" refType="h" fact="0.8"/>
            <dgm:constr type="w" for="ch" forName="invisiNode" refType="w" fact="0.01"/>
            <dgm:constr type="h" for="ch" forName="invisiNode" refType="h" fact="0.06"/>
            <dgm:constr type="t" for="ch" forName="invisiNode"/>
            <dgm:constr type="ctrX" for="ch" forName="invisiNode" refType="w" fact="0.5"/>
            <dgm:constr type="h" for="ch" forName="imagNode" refType="h" fact="0.333"/>
            <dgm:constr type="w" for="ch" forName="imagNode" refType="h" refFor="ch" refForName="imagNode"/>
            <dgm:constr type="ctrX" for="ch" forName="imagNode" refType="w" fact="0.5"/>
            <dgm:constr type="t" for="ch" forName="imagNode" refType="h" fact="0.06"/>
            <dgm:constr type="w" for="ch" forName="imagNode" refType="w" op="lte" fact="0.94"/>
          </dgm:constrLst>
          <dgm:ruleLst/>
          <dgm:layoutNode name="bkgdShape"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nodeTx">
            <dgm:varLst>
              <dgm:bulletEnabled val="1"/>
            </dgm:varLst>
            <dgm:alg type="tx">
              <dgm:param type="txAnchorVert" val="mid"/>
              <dgm:param type="txAnchorHorzCh" val="ctr"/>
              <dgm:param type="stBulletLvl" val="2"/>
            </dgm:alg>
            <dgm:shape xmlns:r="http://schemas.openxmlformats.org/officeDocument/2006/relationships" type="rect" r:blip="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  <dgm:layoutNode name="invisiNode">
            <dgm:alg type="sp"/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/>
            <dgm:constrLst/>
            <dgm:ruleLst/>
          </dgm:layoutNode>
          <dgm:layoutNode name="imag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/>
            <dgm:constrLst/>
            <dgm:ruleLst/>
          </dgm:layoutNode>
        </dgm:layoutNode>
        <dgm:forEach name="sibTransForEach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AlternatingPictureBlocks">
  <dgm:title val=""/>
  <dgm:desc val=""/>
  <dgm:catLst>
    <dgm:cat type="picture" pri="15000"/>
    <dgm:cat type="pictureconvert" pri="15000"/>
    <dgm:cat type="list" pri="13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ch" forName="comp" refType="w"/>
      <dgm:constr type="h" for="ch" forName="comp" refType="h"/>
      <dgm:constr type="h" for="ch" forName="sibTrans" refType="w" refFor="ch" refForName="comp" op="equ" fact="0.05"/>
    </dgm:constrLst>
    <dgm:ruleLst/>
    <dgm:forEach name="Name0" axis="ch" ptType="node">
      <dgm:layoutNode name="comp" styleLbl="node1">
        <dgm:alg type="composite">
          <dgm:param type="ar" val="3.30"/>
        </dgm:alg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hoose name="Name4">
              <dgm:if name="Name5" axis="desOrSelf" ptType="node" func="posOdd" op="equ" val="1">
                <dgm:constrLst>
                  <dgm:constr type="l" for="ch" forName="rect1" refType="w" fact="0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.33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if>
              <dgm:else name="Name6">
                <dgm:constrLst>
                  <dgm:constr type="l" for="ch" forName="rect1" refType="w" fact="0.7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else>
            </dgm:choose>
          </dgm:if>
          <dgm:else name="Name3">
            <dgm:choose name="Name7">
              <dgm:if name="Name8" axis="desOrSelf" ptType="node" func="posOdd" op="equ" val="1">
                <dgm:constrLst>
                  <dgm:constr type="l" for="ch" forName="rect1" refType="w" fact="0.7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if>
              <dgm:else name="Name9">
                <dgm:constrLst>
                  <dgm:constr type="l" for="ch" forName="rect1" refType="w" fact="0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.33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else>
            </dgm:choose>
          </dgm:else>
        </dgm:choose>
        <dgm:ruleLst/>
        <dgm:layoutNode name="rect2" styleLbl="node1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rect1" styleLbl="lnNod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AlternatingPictureBlocks">
  <dgm:title val=""/>
  <dgm:desc val=""/>
  <dgm:catLst>
    <dgm:cat type="picture" pri="15000"/>
    <dgm:cat type="pictureconvert" pri="15000"/>
    <dgm:cat type="list" pri="13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ch" forName="comp" refType="w"/>
      <dgm:constr type="h" for="ch" forName="comp" refType="h"/>
      <dgm:constr type="h" for="ch" forName="sibTrans" refType="w" refFor="ch" refForName="comp" op="equ" fact="0.05"/>
    </dgm:constrLst>
    <dgm:ruleLst/>
    <dgm:forEach name="Name0" axis="ch" ptType="node">
      <dgm:layoutNode name="comp" styleLbl="node1">
        <dgm:alg type="composite">
          <dgm:param type="ar" val="3.30"/>
        </dgm:alg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hoose name="Name4">
              <dgm:if name="Name5" axis="desOrSelf" ptType="node" func="posOdd" op="equ" val="1">
                <dgm:constrLst>
                  <dgm:constr type="l" for="ch" forName="rect1" refType="w" fact="0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.33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if>
              <dgm:else name="Name6">
                <dgm:constrLst>
                  <dgm:constr type="l" for="ch" forName="rect1" refType="w" fact="0.7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else>
            </dgm:choose>
          </dgm:if>
          <dgm:else name="Name3">
            <dgm:choose name="Name7">
              <dgm:if name="Name8" axis="desOrSelf" ptType="node" func="posOdd" op="equ" val="1">
                <dgm:constrLst>
                  <dgm:constr type="l" for="ch" forName="rect1" refType="w" fact="0.7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if>
              <dgm:else name="Name9">
                <dgm:constrLst>
                  <dgm:constr type="l" for="ch" forName="rect1" refType="w" fact="0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.33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else>
            </dgm:choose>
          </dgm:else>
        </dgm:choose>
        <dgm:ruleLst/>
        <dgm:layoutNode name="rect2" styleLbl="node1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rect1" styleLbl="lnNod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AlternatingPictureBlocks">
  <dgm:title val=""/>
  <dgm:desc val=""/>
  <dgm:catLst>
    <dgm:cat type="picture" pri="15000"/>
    <dgm:cat type="pictureconvert" pri="15000"/>
    <dgm:cat type="list" pri="13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ch" forName="comp" refType="w"/>
      <dgm:constr type="h" for="ch" forName="comp" refType="h"/>
      <dgm:constr type="h" for="ch" forName="sibTrans" refType="w" refFor="ch" refForName="comp" op="equ" fact="0.05"/>
    </dgm:constrLst>
    <dgm:ruleLst/>
    <dgm:forEach name="Name0" axis="ch" ptType="node">
      <dgm:layoutNode name="comp" styleLbl="node1">
        <dgm:alg type="composite">
          <dgm:param type="ar" val="3.30"/>
        </dgm:alg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hoose name="Name4">
              <dgm:if name="Name5" axis="desOrSelf" ptType="node" func="posOdd" op="equ" val="1">
                <dgm:constrLst>
                  <dgm:constr type="l" for="ch" forName="rect1" refType="w" fact="0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.33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if>
              <dgm:else name="Name6">
                <dgm:constrLst>
                  <dgm:constr type="l" for="ch" forName="rect1" refType="w" fact="0.7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else>
            </dgm:choose>
          </dgm:if>
          <dgm:else name="Name3">
            <dgm:choose name="Name7">
              <dgm:if name="Name8" axis="desOrSelf" ptType="node" func="posOdd" op="equ" val="1">
                <dgm:constrLst>
                  <dgm:constr type="l" for="ch" forName="rect1" refType="w" fact="0.7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if>
              <dgm:else name="Name9">
                <dgm:constrLst>
                  <dgm:constr type="l" for="ch" forName="rect1" refType="w" fact="0"/>
                  <dgm:constr type="t" for="ch" forName="rect1" refType="h" fact="0"/>
                  <dgm:constr type="w" for="ch" forName="rect1" refType="w" fact="0.3"/>
                  <dgm:constr type="h" for="ch" forName="rect1" refType="h"/>
                  <dgm:constr type="l" for="ch" forName="rect2" refType="w" fact="0.33"/>
                  <dgm:constr type="t" for="ch" forName="rect2" refType="h" fact="0"/>
                  <dgm:constr type="w" for="ch" forName="rect2" refType="w" fact="0.67"/>
                  <dgm:constr type="h" for="ch" forName="rect2" refType="h"/>
                </dgm:constrLst>
              </dgm:else>
            </dgm:choose>
          </dgm:else>
        </dgm:choose>
        <dgm:ruleLst/>
        <dgm:layoutNode name="rect2" styleLbl="node1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rect1" styleLbl="lnNod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8673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080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9521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6650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8608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292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0574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10489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8232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8997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9577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3349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09394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12181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273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22487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4586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307F9C-0C8F-496F-84B2-3D3965472A1B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907D36-8696-4C24-82D8-196310C3E2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910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  <p:sldLayoutId id="214748379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svg"/><Relationship Id="rId2" Type="http://schemas.openxmlformats.org/officeDocument/2006/relationships/diagramData" Target="../diagrams/data1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11" Type="http://schemas.openxmlformats.org/officeDocument/2006/relationships/image" Target="../media/image11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21.jp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2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2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29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image" Target="../media/image32.tmp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35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6.xml"/><Relationship Id="rId11" Type="http://schemas.openxmlformats.org/officeDocument/2006/relationships/image" Target="../media/image39.png"/><Relationship Id="rId5" Type="http://schemas.openxmlformats.org/officeDocument/2006/relationships/diagramColors" Target="../diagrams/colors6.xml"/><Relationship Id="rId10" Type="http://schemas.openxmlformats.org/officeDocument/2006/relationships/image" Target="../media/image38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diagramLayout" Target="../diagrams/layout7.xml"/><Relationship Id="rId7" Type="http://schemas.openxmlformats.org/officeDocument/2006/relationships/image" Target="../media/image38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 descr="Külváros egyszínű kitöltéssel">
            <a:extLst>
              <a:ext uri="{FF2B5EF4-FFF2-40B4-BE49-F238E27FC236}">
                <a16:creationId xmlns:a16="http://schemas.microsoft.com/office/drawing/2014/main" id="{3688E76A-9A45-F14E-0388-B514B80ABA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5589" y="1985920"/>
            <a:ext cx="1443080" cy="1443080"/>
          </a:xfrm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0828AE18-24CC-2EE0-AE69-130957FD0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18191" y="2283187"/>
            <a:ext cx="3805381" cy="2697018"/>
          </a:xfrm>
        </p:spPr>
        <p:txBody>
          <a:bodyPr>
            <a:normAutofit fontScale="92500" lnSpcReduction="10000"/>
          </a:bodyPr>
          <a:lstStyle/>
          <a:p>
            <a:r>
              <a:rPr lang="hu-HU" sz="35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Jó Példa Kereskedelmi Kft.</a:t>
            </a:r>
          </a:p>
          <a:p>
            <a:r>
              <a:rPr lang="hu-HU" sz="2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Készítette: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hu-HU" sz="2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Vadász Ákos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hu-HU" sz="2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Varga Zoltán</a:t>
            </a:r>
          </a:p>
          <a:p>
            <a:r>
              <a:rPr lang="hu-HU" sz="2100" dirty="0">
                <a:latin typeface="Arial" panose="020B0604020202020204" pitchFamily="34" charset="0"/>
                <a:cs typeface="Arial" panose="020B0604020202020204" pitchFamily="34" charset="0"/>
              </a:rPr>
              <a:t>                  </a:t>
            </a:r>
          </a:p>
        </p:txBody>
      </p:sp>
      <p:sp>
        <p:nvSpPr>
          <p:cNvPr id="7" name="Ellipszis 6">
            <a:extLst>
              <a:ext uri="{FF2B5EF4-FFF2-40B4-BE49-F238E27FC236}">
                <a16:creationId xmlns:a16="http://schemas.microsoft.com/office/drawing/2014/main" id="{B14B0AE6-2AF9-9752-E18C-927281CC7E71}"/>
              </a:ext>
            </a:extLst>
          </p:cNvPr>
          <p:cNvSpPr/>
          <p:nvPr/>
        </p:nvSpPr>
        <p:spPr>
          <a:xfrm>
            <a:off x="8962226" y="2283187"/>
            <a:ext cx="513236" cy="4699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A0625AF-53F9-81BB-F77C-CB4B355B85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24" y="678180"/>
            <a:ext cx="4953000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583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2000">
              <a:srgbClr val="1D4465"/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0">
            <a:extLst>
              <a:ext uri="{FF2B5EF4-FFF2-40B4-BE49-F238E27FC236}">
                <a16:creationId xmlns:a16="http://schemas.microsoft.com/office/drawing/2014/main" id="{0D62E2A8-5D13-DD9B-2B23-38C204CC9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6404" y="6172227"/>
            <a:ext cx="4039388" cy="622169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hu-H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Jó Példa Kereskedelmi Kft. </a:t>
            </a:r>
          </a:p>
        </p:txBody>
      </p:sp>
      <p:pic>
        <p:nvPicPr>
          <p:cNvPr id="17" name="Tartalom helye 16">
            <a:extLst>
              <a:ext uri="{FF2B5EF4-FFF2-40B4-BE49-F238E27FC236}">
                <a16:creationId xmlns:a16="http://schemas.microsoft.com/office/drawing/2014/main" id="{540F0547-F864-EB2B-5A6E-C72C24AFEE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694" y="1689608"/>
            <a:ext cx="4978137" cy="308931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20" name="Ellipszis 19">
            <a:extLst>
              <a:ext uri="{FF2B5EF4-FFF2-40B4-BE49-F238E27FC236}">
                <a16:creationId xmlns:a16="http://schemas.microsoft.com/office/drawing/2014/main" id="{186C626E-017C-4820-F0B8-3A3698B13411}"/>
              </a:ext>
            </a:extLst>
          </p:cNvPr>
          <p:cNvSpPr/>
          <p:nvPr/>
        </p:nvSpPr>
        <p:spPr>
          <a:xfrm rot="14437058">
            <a:off x="9088466" y="3060269"/>
            <a:ext cx="2411518" cy="2364057"/>
          </a:xfrm>
          <a:prstGeom prst="ellipse">
            <a:avLst/>
          </a:prstGeom>
          <a:effectLst>
            <a:outerShdw blurRad="76200" dir="13500000" sy="23000" kx="1200000" algn="br" rotWithShape="0">
              <a:prstClr val="black">
                <a:alpha val="20000"/>
              </a:prstClr>
            </a:outerShdw>
            <a:reflection blurRad="6350" stA="50000" endA="300" endPos="55500" dist="50800" dir="5400000" sy="-100000" algn="bl" rotWithShape="0"/>
            <a:softEdge rad="12700"/>
          </a:effectLst>
          <a:scene3d>
            <a:camera prst="perspectiveContrastingLeftFacing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7" name="Beszédbuborék: négyszög 26">
            <a:extLst>
              <a:ext uri="{FF2B5EF4-FFF2-40B4-BE49-F238E27FC236}">
                <a16:creationId xmlns:a16="http://schemas.microsoft.com/office/drawing/2014/main" id="{03846EEC-C80D-BA62-7DFF-269C72677FAA}"/>
              </a:ext>
            </a:extLst>
          </p:cNvPr>
          <p:cNvSpPr/>
          <p:nvPr/>
        </p:nvSpPr>
        <p:spPr>
          <a:xfrm>
            <a:off x="1081201" y="1524000"/>
            <a:ext cx="3795600" cy="2929467"/>
          </a:xfrm>
          <a:prstGeom prst="wedgeRectCallout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hu-HU" sz="1700" b="1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Projekt célja</a:t>
            </a:r>
            <a:r>
              <a:rPr lang="hu-HU" sz="17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Informatikai rendszer tervezése és megvalósítása a Jó Példa Kereskedelmi Kft telephelyein. A pécsi, központi telephelyen található a raktár, egy bolt, az iroda és a szerverszoba. A mohácsi és a szigetvári telephelyek egy-egy boltnak adnak otthont. Kialakításra kerül Home Office munkavégzési lehetőség is.</a:t>
            </a:r>
          </a:p>
          <a:p>
            <a:pPr algn="ctr"/>
            <a:endParaRPr lang="hu-HU" dirty="0"/>
          </a:p>
        </p:txBody>
      </p:sp>
      <p:sp>
        <p:nvSpPr>
          <p:cNvPr id="2" name="Nyíl: jobbra mutató 1">
            <a:extLst>
              <a:ext uri="{FF2B5EF4-FFF2-40B4-BE49-F238E27FC236}">
                <a16:creationId xmlns:a16="http://schemas.microsoft.com/office/drawing/2014/main" id="{86F2A81E-1ABF-FD5C-D873-8D5AC9051674}"/>
              </a:ext>
            </a:extLst>
          </p:cNvPr>
          <p:cNvSpPr/>
          <p:nvPr/>
        </p:nvSpPr>
        <p:spPr>
          <a:xfrm>
            <a:off x="2658533" y="4313252"/>
            <a:ext cx="2480734" cy="584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Nyíl: balra mutató 6">
            <a:extLst>
              <a:ext uri="{FF2B5EF4-FFF2-40B4-BE49-F238E27FC236}">
                <a16:creationId xmlns:a16="http://schemas.microsoft.com/office/drawing/2014/main" id="{84034248-418F-9E41-5C68-9B569586409F}"/>
              </a:ext>
            </a:extLst>
          </p:cNvPr>
          <p:cNvSpPr/>
          <p:nvPr/>
        </p:nvSpPr>
        <p:spPr>
          <a:xfrm>
            <a:off x="818735" y="1079505"/>
            <a:ext cx="4058066" cy="5842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6490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BA3A7C94-601A-0093-0E27-A4E1561CF8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494" y="0"/>
            <a:ext cx="110510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58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D4465"/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" name="Diagram 35">
            <a:extLst>
              <a:ext uri="{FF2B5EF4-FFF2-40B4-BE49-F238E27FC236}">
                <a16:creationId xmlns:a16="http://schemas.microsoft.com/office/drawing/2014/main" id="{C173BE83-7A41-3A03-2F24-D95FEA0008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8777025"/>
              </p:ext>
            </p:extLst>
          </p:nvPr>
        </p:nvGraphicFramePr>
        <p:xfrm>
          <a:off x="0" y="1012787"/>
          <a:ext cx="3854528" cy="10358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Tartalom helye 14">
            <a:extLst>
              <a:ext uri="{FF2B5EF4-FFF2-40B4-BE49-F238E27FC236}">
                <a16:creationId xmlns:a16="http://schemas.microsoft.com/office/drawing/2014/main" id="{76A94E93-3802-9654-FC49-05EA482F1F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0883" y="1176493"/>
            <a:ext cx="2708274" cy="721700"/>
          </a:xfrm>
        </p:spPr>
      </p:pic>
      <p:sp>
        <p:nvSpPr>
          <p:cNvPr id="13" name="Szöveg helye 12">
            <a:extLst>
              <a:ext uri="{FF2B5EF4-FFF2-40B4-BE49-F238E27FC236}">
                <a16:creationId xmlns:a16="http://schemas.microsoft.com/office/drawing/2014/main" id="{09FAAFF7-AFB4-18B8-E59B-91020489ED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2400" y="2253582"/>
            <a:ext cx="2194560" cy="258444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Eszközeink: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dirty="0">
                <a:solidFill>
                  <a:schemeClr val="tx1"/>
                </a:solidFill>
              </a:rPr>
              <a:t>Routerek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dirty="0">
                <a:solidFill>
                  <a:schemeClr val="tx1"/>
                </a:solidFill>
              </a:rPr>
              <a:t>Switchek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dirty="0">
                <a:solidFill>
                  <a:schemeClr val="tx1"/>
                </a:solidFill>
              </a:rPr>
              <a:t>Access Point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dirty="0">
                <a:solidFill>
                  <a:schemeClr val="tx1"/>
                </a:solidFill>
              </a:rPr>
              <a:t>PC-k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dirty="0">
                <a:solidFill>
                  <a:schemeClr val="tx1"/>
                </a:solidFill>
              </a:rPr>
              <a:t>Szerverek</a:t>
            </a: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0969885C-6356-6E43-99F1-360105F56A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8521" y="1871763"/>
            <a:ext cx="2912999" cy="372217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557F61CD-C308-F55D-FBA9-A5242B77EE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666" y="2243980"/>
            <a:ext cx="2935672" cy="6688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D87E6AAA-45DF-82DE-1D14-5AFEBB67BA4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491" y="1395665"/>
            <a:ext cx="1271304" cy="37221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3F12DAD5-1BC9-E0D5-D681-71B6A8D428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4182" y="1733451"/>
            <a:ext cx="1372754" cy="384479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177BF87A-4C1C-D28C-9C64-7C62E6BAEBC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4182" y="2085878"/>
            <a:ext cx="1372754" cy="335408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7B51D0A6-D7E5-3F67-B101-DF22ABA38B4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528" y="2048682"/>
            <a:ext cx="903925" cy="2160149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3A52BB25-0D23-78FD-FB7E-E2F1281DDCE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8165" y="2421286"/>
            <a:ext cx="1661956" cy="1787545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E0ADC16A-BDED-39DA-FBC9-AE392EE3F6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9833" y="2912821"/>
            <a:ext cx="2901687" cy="1296010"/>
          </a:xfrm>
          <a:prstGeom prst="rect">
            <a:avLst/>
          </a:prstGeom>
        </p:spPr>
      </p:pic>
      <p:pic>
        <p:nvPicPr>
          <p:cNvPr id="35" name="Ábra 34" descr="Internet egyszínű kitöltéssel">
            <a:extLst>
              <a:ext uri="{FF2B5EF4-FFF2-40B4-BE49-F238E27FC236}">
                <a16:creationId xmlns:a16="http://schemas.microsoft.com/office/drawing/2014/main" id="{57FC1F6D-1875-2F4F-FBFE-4BE79BA5546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9100" y="58717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12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Tartalom helye 13">
            <a:extLst>
              <a:ext uri="{FF2B5EF4-FFF2-40B4-BE49-F238E27FC236}">
                <a16:creationId xmlns:a16="http://schemas.microsoft.com/office/drawing/2014/main" id="{FEF981E6-0FCA-BAE4-75CF-9E75C79129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233" y="0"/>
            <a:ext cx="8642668" cy="6629543"/>
          </a:xfrm>
        </p:spPr>
      </p:pic>
    </p:spTree>
    <p:extLst>
      <p:ext uri="{BB962C8B-B14F-4D97-AF65-F5344CB8AC3E}">
        <p14:creationId xmlns:p14="http://schemas.microsoft.com/office/powerpoint/2010/main" val="327854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4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6C46FEC9-B672-53CF-58BD-D8BA1BCDCC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144075"/>
              </p:ext>
            </p:extLst>
          </p:nvPr>
        </p:nvGraphicFramePr>
        <p:xfrm>
          <a:off x="242518" y="1178782"/>
          <a:ext cx="3854528" cy="7797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607D533D-572B-5DBA-00DB-65017DEB96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932" y="1644936"/>
            <a:ext cx="4973713" cy="2571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4A684283-5455-348E-2E1C-5515B5BEB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9108" y="2272180"/>
            <a:ext cx="3986212" cy="2627264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chemeClr val="accent1"/>
                </a:solidFill>
              </a:rPr>
              <a:t>Biztonsági és megbízhatósági megoldások:</a:t>
            </a:r>
          </a:p>
          <a:p>
            <a:endParaRPr lang="hu-HU" dirty="0">
              <a:solidFill>
                <a:schemeClr val="accent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dirty="0">
                <a:solidFill>
                  <a:schemeClr val="accent1"/>
                </a:solidFill>
              </a:rPr>
              <a:t>Jelszavak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dirty="0">
                <a:solidFill>
                  <a:schemeClr val="accent1"/>
                </a:solidFill>
              </a:rPr>
              <a:t>Hozzáférési listák (ACL)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dirty="0">
                <a:solidFill>
                  <a:schemeClr val="accent1"/>
                </a:solidFill>
              </a:rPr>
              <a:t>Második rétegbeli redundancia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dirty="0">
                <a:solidFill>
                  <a:schemeClr val="accent1"/>
                </a:solidFill>
              </a:rPr>
              <a:t>Harmadik rétegbeli redundancia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dirty="0">
                <a:solidFill>
                  <a:schemeClr val="accent1"/>
                </a:solidFill>
              </a:rPr>
              <a:t>OSPF</a:t>
            </a:r>
          </a:p>
          <a:p>
            <a:endParaRPr lang="hu-HU" dirty="0"/>
          </a:p>
        </p:txBody>
      </p:sp>
      <p:pic>
        <p:nvPicPr>
          <p:cNvPr id="5" name="Tartalom helye 5" descr="Felhőalapú informatika egyszínű kitöltéssel">
            <a:extLst>
              <a:ext uri="{FF2B5EF4-FFF2-40B4-BE49-F238E27FC236}">
                <a16:creationId xmlns:a16="http://schemas.microsoft.com/office/drawing/2014/main" id="{AC57694B-A4F5-EAB5-8B9C-173ED577EF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304" y="578516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868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0000">
              <a:srgbClr val="9BB1A7"/>
            </a:gs>
            <a:gs pos="42000">
              <a:srgbClr val="527381"/>
            </a:gs>
            <a:gs pos="28352">
              <a:srgbClr val="3F6277"/>
            </a:gs>
            <a:gs pos="19000">
              <a:srgbClr val="1D4465"/>
            </a:gs>
            <a:gs pos="75000">
              <a:schemeClr val="accent1">
                <a:lumMod val="20000"/>
                <a:lumOff val="80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1CED1BE1-F37A-905E-4DB1-350819199C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8284822"/>
              </p:ext>
            </p:extLst>
          </p:nvPr>
        </p:nvGraphicFramePr>
        <p:xfrm>
          <a:off x="228601" y="778937"/>
          <a:ext cx="3854528" cy="982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zöveg helye 3">
            <a:extLst>
              <a:ext uri="{FF2B5EF4-FFF2-40B4-BE49-F238E27FC236}">
                <a16:creationId xmlns:a16="http://schemas.microsoft.com/office/drawing/2014/main" id="{4A387B03-1EDB-5CE4-1696-F4FEF5197C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5668" y="2512485"/>
            <a:ext cx="3854528" cy="2584449"/>
          </a:xfrm>
        </p:spPr>
        <p:txBody>
          <a:bodyPr/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sz="16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Routerek közötti hálózatok: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sz="16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OSPF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sz="16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Statikus útvonalak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sz="16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Statikus NAT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sz="16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VPN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sz="16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Hozzáférési listák (ACL)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hu-HU" sz="16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VLANok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hu-HU" sz="1600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hu-HU" sz="1600" dirty="0">
              <a:solidFill>
                <a:schemeClr val="accent1"/>
              </a:solidFill>
            </a:endParaRPr>
          </a:p>
          <a:p>
            <a:endParaRPr lang="hu-HU" dirty="0">
              <a:solidFill>
                <a:schemeClr val="tx1"/>
              </a:solidFill>
            </a:endParaRPr>
          </a:p>
        </p:txBody>
      </p:sp>
      <p:pic>
        <p:nvPicPr>
          <p:cNvPr id="10" name="Tartalom helye 9">
            <a:extLst>
              <a:ext uri="{FF2B5EF4-FFF2-40B4-BE49-F238E27FC236}">
                <a16:creationId xmlns:a16="http://schemas.microsoft.com/office/drawing/2014/main" id="{88E9E2FC-B36E-3030-88FD-EF8EF2A2B3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1513" y="514350"/>
            <a:ext cx="3732061" cy="55276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72677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2E638C2-11D3-C843-29FF-AC333AF6E7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3107336"/>
              </p:ext>
            </p:extLst>
          </p:nvPr>
        </p:nvGraphicFramePr>
        <p:xfrm>
          <a:off x="-746326" y="142288"/>
          <a:ext cx="6740725" cy="6463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Folyamatábra: Mágneslemez 4">
            <a:extLst>
              <a:ext uri="{FF2B5EF4-FFF2-40B4-BE49-F238E27FC236}">
                <a16:creationId xmlns:a16="http://schemas.microsoft.com/office/drawing/2014/main" id="{A079EF12-A282-D7EF-102B-A50D12475D26}"/>
              </a:ext>
            </a:extLst>
          </p:cNvPr>
          <p:cNvSpPr/>
          <p:nvPr/>
        </p:nvSpPr>
        <p:spPr>
          <a:xfrm>
            <a:off x="1181098" y="763402"/>
            <a:ext cx="3412067" cy="582969"/>
          </a:xfrm>
          <a:prstGeom prst="flowChartMagneticDisk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Második rétegbeli redundancia</a:t>
            </a:r>
          </a:p>
        </p:txBody>
      </p:sp>
      <p:pic>
        <p:nvPicPr>
          <p:cNvPr id="12" name="Tartalom helye 11">
            <a:extLst>
              <a:ext uri="{FF2B5EF4-FFF2-40B4-BE49-F238E27FC236}">
                <a16:creationId xmlns:a16="http://schemas.microsoft.com/office/drawing/2014/main" id="{CDDB2CFC-5B1C-A721-02E1-5D450A951A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4072" y="1592743"/>
            <a:ext cx="4116263" cy="384184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4" name="Nyíl: jobbra mutató 13">
            <a:extLst>
              <a:ext uri="{FF2B5EF4-FFF2-40B4-BE49-F238E27FC236}">
                <a16:creationId xmlns:a16="http://schemas.microsoft.com/office/drawing/2014/main" id="{0A13BF55-3B2F-95F3-643D-39DF1304C589}"/>
              </a:ext>
            </a:extLst>
          </p:cNvPr>
          <p:cNvSpPr/>
          <p:nvPr/>
        </p:nvSpPr>
        <p:spPr>
          <a:xfrm>
            <a:off x="5994399" y="983316"/>
            <a:ext cx="2988733" cy="4910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Nyíl: balra mutató 15">
            <a:extLst>
              <a:ext uri="{FF2B5EF4-FFF2-40B4-BE49-F238E27FC236}">
                <a16:creationId xmlns:a16="http://schemas.microsoft.com/office/drawing/2014/main" id="{9A5E46D4-3148-90D0-FBE7-16FEC27776AD}"/>
              </a:ext>
            </a:extLst>
          </p:cNvPr>
          <p:cNvSpPr/>
          <p:nvPr/>
        </p:nvSpPr>
        <p:spPr>
          <a:xfrm>
            <a:off x="5901267" y="465459"/>
            <a:ext cx="2988733" cy="491066"/>
          </a:xfrm>
          <a:prstGeom prst="leftArrow">
            <a:avLst>
              <a:gd name="adj1" fmla="val 4655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102103A7-5786-B10F-1223-B3AC39FE0023}"/>
              </a:ext>
            </a:extLst>
          </p:cNvPr>
          <p:cNvSpPr txBox="1"/>
          <p:nvPr/>
        </p:nvSpPr>
        <p:spPr>
          <a:xfrm>
            <a:off x="556260" y="2034540"/>
            <a:ext cx="4259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>
                <a:latin typeface="Arial" panose="020B0604020202020204" pitchFamily="34" charset="0"/>
                <a:cs typeface="Arial" panose="020B0604020202020204" pitchFamily="34" charset="0"/>
              </a:rPr>
              <a:t>A 2. rétegbeli redundancia biztosítja, hogy legyen alternatív útvonal két switch között, így egy kábel- vagy port‑hiba nem szakítja meg a kommunikációt.</a:t>
            </a:r>
          </a:p>
        </p:txBody>
      </p:sp>
    </p:spTree>
    <p:extLst>
      <p:ext uri="{BB962C8B-B14F-4D97-AF65-F5344CB8AC3E}">
        <p14:creationId xmlns:p14="http://schemas.microsoft.com/office/powerpoint/2010/main" val="3883683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76664562-2E48-9911-A984-E745CD56A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23308862"/>
              </p:ext>
            </p:extLst>
          </p:nvPr>
        </p:nvGraphicFramePr>
        <p:xfrm>
          <a:off x="-143934" y="999071"/>
          <a:ext cx="4241801" cy="10159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zöveg helye 3">
            <a:extLst>
              <a:ext uri="{FF2B5EF4-FFF2-40B4-BE49-F238E27FC236}">
                <a16:creationId xmlns:a16="http://schemas.microsoft.com/office/drawing/2014/main" id="{2A5D32D6-4DA3-3B4B-FD56-0A8AC43B27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69" y="2514602"/>
            <a:ext cx="4116996" cy="2270758"/>
          </a:xfrm>
        </p:spPr>
        <p:txBody>
          <a:bodyPr>
            <a:noAutofit/>
          </a:bodyPr>
          <a:lstStyle/>
          <a:p>
            <a:pPr algn="just"/>
            <a:r>
              <a:rPr lang="hu-HU" sz="1600" dirty="0">
                <a:ln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Szigetvári PC2-ről pingeléssel elérhető a pécsi HQ-iroda nyomtató, a mohácsi is illetve telephely saját nyomtatója is. OSPF forgalomirányító protokoll gondoskodik róla hogy a csomagok célba érjenek. 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71D608B2-170F-8DB8-6200-7B22427000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4702" y="339154"/>
            <a:ext cx="6705622" cy="61796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43440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F7C72552-9FFA-5DA0-41EF-2C207E980F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87671" y="1216402"/>
            <a:ext cx="3234266" cy="1413931"/>
          </a:xfrm>
        </p:spPr>
        <p:txBody>
          <a:bodyPr/>
          <a:lstStyle/>
          <a:p>
            <a:r>
              <a:rPr lang="hu-HU" dirty="0"/>
              <a:t>Pingeléssel elérhető  a Windows és Linux szerver is, webserver is tesztelve.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A9DE9D8-E7FA-8FD3-66D5-162DDAA049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5220927"/>
              </p:ext>
            </p:extLst>
          </p:nvPr>
        </p:nvGraphicFramePr>
        <p:xfrm>
          <a:off x="-349871" y="84671"/>
          <a:ext cx="4241801" cy="10159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Kép 8">
            <a:extLst>
              <a:ext uri="{FF2B5EF4-FFF2-40B4-BE49-F238E27FC236}">
                <a16:creationId xmlns:a16="http://schemas.microsoft.com/office/drawing/2014/main" id="{8A7A12B0-6F08-C311-FCAE-703F616EA52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9" y="2334898"/>
            <a:ext cx="4855243" cy="1984637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6545F705-0F2C-6E26-F2B8-AAFC4BF4648E}"/>
              </a:ext>
            </a:extLst>
          </p:cNvPr>
          <p:cNvSpPr txBox="1"/>
          <p:nvPr/>
        </p:nvSpPr>
        <p:spPr>
          <a:xfrm>
            <a:off x="95380" y="2044665"/>
            <a:ext cx="4855242" cy="33855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hu-HU" sz="1600" dirty="0"/>
              <a:t>Windows szerver elérése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FFFA42FA-67F6-4001-D6BB-467DDEFBA9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0622" y="2334898"/>
            <a:ext cx="3563826" cy="2277581"/>
          </a:xfrm>
          <a:prstGeom prst="rect">
            <a:avLst/>
          </a:prstGeom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57833B2D-03E5-7FA3-FE42-8912D09DF760}"/>
              </a:ext>
            </a:extLst>
          </p:cNvPr>
          <p:cNvSpPr txBox="1"/>
          <p:nvPr/>
        </p:nvSpPr>
        <p:spPr>
          <a:xfrm>
            <a:off x="4950622" y="2044665"/>
            <a:ext cx="3563825" cy="33855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hu-HU" sz="1600" dirty="0"/>
              <a:t>Webkiszolgáló elérése</a:t>
            </a:r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12263CB8-80C4-D80F-89A4-A0CC56D8C3B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66" y="4937594"/>
            <a:ext cx="4229467" cy="1920406"/>
          </a:xfrm>
          <a:prstGeom prst="rect">
            <a:avLst/>
          </a:prstGeom>
        </p:spPr>
      </p:pic>
      <p:sp>
        <p:nvSpPr>
          <p:cNvPr id="19" name="Szövegdoboz 18">
            <a:extLst>
              <a:ext uri="{FF2B5EF4-FFF2-40B4-BE49-F238E27FC236}">
                <a16:creationId xmlns:a16="http://schemas.microsoft.com/office/drawing/2014/main" id="{9F03329B-C0B7-C35C-BE3F-F37B1774B338}"/>
              </a:ext>
            </a:extLst>
          </p:cNvPr>
          <p:cNvSpPr txBox="1"/>
          <p:nvPr/>
        </p:nvSpPr>
        <p:spPr>
          <a:xfrm>
            <a:off x="408265" y="4636695"/>
            <a:ext cx="4229468" cy="33855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hu-HU" sz="1600" dirty="0"/>
              <a:t>Linux szerver elérése</a:t>
            </a:r>
          </a:p>
        </p:txBody>
      </p:sp>
      <p:pic>
        <p:nvPicPr>
          <p:cNvPr id="25" name="Kép 24">
            <a:extLst>
              <a:ext uri="{FF2B5EF4-FFF2-40B4-BE49-F238E27FC236}">
                <a16:creationId xmlns:a16="http://schemas.microsoft.com/office/drawing/2014/main" id="{20262B93-E065-C46F-FB09-6D6829BF1DA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828" y="26258"/>
            <a:ext cx="1071602" cy="1071602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FE7D5C59-D383-130B-EC7F-6B6B0C2F427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787" y="130916"/>
            <a:ext cx="923505" cy="92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14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8AB90E8F-F174-3C74-245A-9E66B000A0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3454" y="1264969"/>
            <a:ext cx="3679268" cy="1394412"/>
          </a:xfrm>
        </p:spPr>
        <p:txBody>
          <a:bodyPr>
            <a:normAutofit fontScale="85000" lnSpcReduction="20000"/>
          </a:bodyPr>
          <a:lstStyle/>
          <a:p>
            <a:r>
              <a:rPr lang="hu-HU" sz="1500" b="1" dirty="0">
                <a:solidFill>
                  <a:srgbClr val="003366"/>
                </a:solidFill>
              </a:rPr>
              <a:t>Windows szerver szolgáltatásai: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b="1" dirty="0" err="1">
                <a:solidFill>
                  <a:srgbClr val="003366"/>
                </a:solidFill>
              </a:rPr>
              <a:t>Active</a:t>
            </a:r>
            <a:r>
              <a:rPr lang="hu-HU" b="1" dirty="0">
                <a:solidFill>
                  <a:srgbClr val="003366"/>
                </a:solidFill>
              </a:rPr>
              <a:t> </a:t>
            </a:r>
            <a:r>
              <a:rPr lang="hu-HU" b="1" dirty="0" err="1">
                <a:solidFill>
                  <a:srgbClr val="003366"/>
                </a:solidFill>
              </a:rPr>
              <a:t>Directory</a:t>
            </a:r>
            <a:r>
              <a:rPr lang="hu-HU" b="1" dirty="0">
                <a:solidFill>
                  <a:srgbClr val="003366"/>
                </a:solidFill>
              </a:rPr>
              <a:t> OU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b="1" dirty="0" err="1">
                <a:solidFill>
                  <a:srgbClr val="003366"/>
                </a:solidFill>
              </a:rPr>
              <a:t>Active</a:t>
            </a:r>
            <a:r>
              <a:rPr lang="hu-HU" b="1" dirty="0">
                <a:solidFill>
                  <a:srgbClr val="003366"/>
                </a:solidFill>
              </a:rPr>
              <a:t> </a:t>
            </a:r>
            <a:r>
              <a:rPr lang="hu-HU" b="1" dirty="0" err="1">
                <a:solidFill>
                  <a:srgbClr val="003366"/>
                </a:solidFill>
              </a:rPr>
              <a:t>Directory</a:t>
            </a:r>
            <a:r>
              <a:rPr lang="hu-HU" b="1" dirty="0">
                <a:solidFill>
                  <a:srgbClr val="003366"/>
                </a:solidFill>
              </a:rPr>
              <a:t> GPO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b="1" dirty="0">
                <a:solidFill>
                  <a:srgbClr val="003366"/>
                </a:solidFill>
              </a:rPr>
              <a:t>Fájlmegosztás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b="1" dirty="0">
                <a:solidFill>
                  <a:srgbClr val="003366"/>
                </a:solidFill>
              </a:rPr>
              <a:t>Webszerver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02B747C0-8745-A038-798F-0277762F9B2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28239918"/>
              </p:ext>
            </p:extLst>
          </p:nvPr>
        </p:nvGraphicFramePr>
        <p:xfrm>
          <a:off x="-349871" y="84671"/>
          <a:ext cx="4241801" cy="10159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Kép 5">
            <a:extLst>
              <a:ext uri="{FF2B5EF4-FFF2-40B4-BE49-F238E27FC236}">
                <a16:creationId xmlns:a16="http://schemas.microsoft.com/office/drawing/2014/main" id="{1E889C78-A2FC-E8C8-0095-E01B1604BA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570" y="1350250"/>
            <a:ext cx="1071602" cy="1071602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A4BD2A1E-BE31-B8D8-081F-8A0B6FBF9B41}"/>
              </a:ext>
            </a:extLst>
          </p:cNvPr>
          <p:cNvSpPr txBox="1"/>
          <p:nvPr/>
        </p:nvSpPr>
        <p:spPr>
          <a:xfrm>
            <a:off x="113454" y="2908964"/>
            <a:ext cx="377847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b="1" dirty="0">
                <a:solidFill>
                  <a:srgbClr val="003366"/>
                </a:solidFill>
                <a:latin typeface="+mj-lt"/>
                <a:ea typeface="Arial" panose="020B0604020202020204" pitchFamily="34" charset="0"/>
              </a:rPr>
              <a:t>Automatizált szoftver telepítés</a:t>
            </a:r>
          </a:p>
          <a:p>
            <a:endParaRPr lang="hu-HU" sz="1400" dirty="0">
              <a:solidFill>
                <a:srgbClr val="000000"/>
              </a:solidFill>
              <a:effectLst/>
              <a:latin typeface="+mj-lt"/>
              <a:ea typeface="Arial" panose="020B0604020202020204" pitchFamily="34" charset="0"/>
            </a:endParaRPr>
          </a:p>
          <a:p>
            <a:r>
              <a:rPr lang="hu-HU" sz="1400" dirty="0">
                <a:solidFill>
                  <a:srgbClr val="000000"/>
                </a:solidFill>
                <a:effectLst/>
                <a:latin typeface="+mj-lt"/>
                <a:ea typeface="Arial" panose="020B0604020202020204" pitchFamily="34" charset="0"/>
              </a:rPr>
              <a:t>Elsőként a Google Chrome böngésző automatikus telepítését beállítottuk. A megosztást a Software Sharing mappára állítottuk be, így később egy helyen lehet rendszerezni a megosztásra szánt szoftvereket.</a:t>
            </a:r>
            <a:br>
              <a:rPr lang="hu-H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endParaRPr lang="hu-HU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hu-HU" dirty="0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B23BE983-57B5-C01B-9766-9FBF8E7DDABC}"/>
              </a:ext>
            </a:extLst>
          </p:cNvPr>
          <p:cNvSpPr txBox="1"/>
          <p:nvPr/>
        </p:nvSpPr>
        <p:spPr>
          <a:xfrm>
            <a:off x="4516622" y="2833012"/>
            <a:ext cx="4063498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b="1" dirty="0">
                <a:solidFill>
                  <a:schemeClr val="accent4"/>
                </a:solidFill>
                <a:effectLst/>
                <a:latin typeface="+mj-lt"/>
                <a:ea typeface="Arial" panose="020B0604020202020204" pitchFamily="34" charset="0"/>
              </a:rPr>
              <a:t>Automatizált mentés</a:t>
            </a:r>
          </a:p>
          <a:p>
            <a:endParaRPr lang="hu-HU" sz="1400" dirty="0">
              <a:effectLst/>
              <a:latin typeface="+mj-lt"/>
              <a:ea typeface="Arial" panose="020B0604020202020204" pitchFamily="34" charset="0"/>
            </a:endParaRPr>
          </a:p>
          <a:p>
            <a:r>
              <a:rPr lang="hu-HU" sz="1400" dirty="0">
                <a:effectLst/>
                <a:latin typeface="+mj-lt"/>
                <a:ea typeface="Arial" panose="020B0604020202020204" pitchFamily="34" charset="0"/>
              </a:rPr>
              <a:t>A programozott mentést a </a:t>
            </a:r>
            <a:r>
              <a:rPr lang="hu-HU" sz="1400" dirty="0" err="1">
                <a:effectLst/>
                <a:latin typeface="+mj-lt"/>
                <a:ea typeface="Arial" panose="020B0604020202020204" pitchFamily="34" charset="0"/>
              </a:rPr>
              <a:t>linux</a:t>
            </a:r>
            <a:r>
              <a:rPr lang="hu-HU" sz="1400" dirty="0">
                <a:effectLst/>
                <a:latin typeface="+mj-lt"/>
                <a:ea typeface="Arial" panose="020B0604020202020204" pitchFamily="34" charset="0"/>
              </a:rPr>
              <a:t> szerveren futtatott </a:t>
            </a:r>
            <a:r>
              <a:rPr lang="hu-HU" sz="1400" dirty="0" err="1">
                <a:effectLst/>
                <a:latin typeface="+mj-lt"/>
                <a:ea typeface="Arial" panose="020B0604020202020204" pitchFamily="34" charset="0"/>
              </a:rPr>
              <a:t>tfptd</a:t>
            </a:r>
            <a:r>
              <a:rPr lang="hu-HU" sz="1400" dirty="0">
                <a:effectLst/>
                <a:latin typeface="+mj-lt"/>
                <a:ea typeface="Arial" panose="020B0604020202020204" pitchFamily="34" charset="0"/>
              </a:rPr>
              <a:t>-vel és egy </a:t>
            </a:r>
            <a:r>
              <a:rPr lang="hu-HU" sz="1400" dirty="0" err="1">
                <a:effectLst/>
                <a:latin typeface="+mj-lt"/>
                <a:ea typeface="Arial" panose="020B0604020202020204" pitchFamily="34" charset="0"/>
              </a:rPr>
              <a:t>netmiko</a:t>
            </a:r>
            <a:r>
              <a:rPr lang="hu-HU" sz="1400" dirty="0">
                <a:effectLst/>
                <a:latin typeface="+mj-lt"/>
                <a:ea typeface="Arial" panose="020B0604020202020204" pitchFamily="34" charset="0"/>
              </a:rPr>
              <a:t>-t használó </a:t>
            </a:r>
            <a:r>
              <a:rPr lang="hu-HU" sz="1400" dirty="0" err="1">
                <a:effectLst/>
                <a:latin typeface="+mj-lt"/>
                <a:ea typeface="Arial" panose="020B0604020202020204" pitchFamily="34" charset="0"/>
              </a:rPr>
              <a:t>python</a:t>
            </a:r>
            <a:r>
              <a:rPr lang="hu-HU" sz="1400" dirty="0">
                <a:effectLst/>
                <a:latin typeface="+mj-lt"/>
                <a:ea typeface="Arial" panose="020B0604020202020204" pitchFamily="34" charset="0"/>
              </a:rPr>
              <a:t> scripttel valósítottuk meg. A script egy </a:t>
            </a:r>
            <a:r>
              <a:rPr lang="hu-HU" sz="1400" dirty="0" err="1">
                <a:effectLst/>
                <a:latin typeface="+mj-lt"/>
                <a:ea typeface="Arial" panose="020B0604020202020204" pitchFamily="34" charset="0"/>
              </a:rPr>
              <a:t>csv-ből</a:t>
            </a:r>
            <a:r>
              <a:rPr lang="hu-HU" sz="1400" dirty="0">
                <a:effectLst/>
                <a:latin typeface="+mj-lt"/>
                <a:ea typeface="Arial" panose="020B0604020202020204" pitchFamily="34" charset="0"/>
              </a:rPr>
              <a:t> olvassa ki a hálózat eszközeit.</a:t>
            </a:r>
          </a:p>
          <a:p>
            <a:endParaRPr lang="hu-HU" sz="1100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3F8A8BE4-5095-99AD-5E6F-C8E928C87966}"/>
              </a:ext>
            </a:extLst>
          </p:cNvPr>
          <p:cNvSpPr txBox="1"/>
          <p:nvPr/>
        </p:nvSpPr>
        <p:spPr>
          <a:xfrm>
            <a:off x="4691882" y="1469014"/>
            <a:ext cx="31899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b="1" dirty="0">
                <a:solidFill>
                  <a:schemeClr val="accent4"/>
                </a:solidFill>
              </a:rPr>
              <a:t>Linux szerver szolgáltatásai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sz="1400" dirty="0">
                <a:solidFill>
                  <a:schemeClr val="accent4"/>
                </a:solidFill>
              </a:rPr>
              <a:t>DNS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sz="1400" dirty="0">
                <a:solidFill>
                  <a:schemeClr val="accent4"/>
                </a:solidFill>
              </a:rPr>
              <a:t>DHCPv6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sz="1400" dirty="0">
                <a:solidFill>
                  <a:schemeClr val="accent4"/>
                </a:solidFill>
              </a:rPr>
              <a:t>Automatizált mentés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C51FBE0-9E6F-1104-B5E5-30639C8200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744" y="1543062"/>
            <a:ext cx="923505" cy="923505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52BBE6FF-EB0D-6E37-BB86-FEDE03B83093}"/>
              </a:ext>
            </a:extLst>
          </p:cNvPr>
          <p:cNvSpPr txBox="1"/>
          <p:nvPr/>
        </p:nvSpPr>
        <p:spPr>
          <a:xfrm>
            <a:off x="243841" y="4916294"/>
            <a:ext cx="5943600" cy="13873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>
              <a:lnSpc>
                <a:spcPct val="115000"/>
              </a:lnSpc>
              <a:spcAft>
                <a:spcPts val="600"/>
              </a:spcAft>
            </a:pPr>
            <a:r>
              <a:rPr lang="hu-HU" sz="1400" b="1" dirty="0" err="1">
                <a:solidFill>
                  <a:srgbClr val="1D4465"/>
                </a:solidFill>
                <a:effectLst/>
                <a:latin typeface="+mj-lt"/>
                <a:ea typeface="Arial" panose="020B0604020202020204" pitchFamily="34" charset="0"/>
              </a:rPr>
              <a:t>Organizational</a:t>
            </a:r>
            <a:r>
              <a:rPr lang="hu-HU" sz="1400" b="1" dirty="0">
                <a:solidFill>
                  <a:srgbClr val="1D4465"/>
                </a:solidFill>
                <a:effectLst/>
                <a:latin typeface="+mj-lt"/>
                <a:ea typeface="Arial" panose="020B0604020202020204" pitchFamily="34" charset="0"/>
              </a:rPr>
              <a:t> Unit-ok</a:t>
            </a:r>
            <a:endParaRPr lang="hu-HU" sz="1400" dirty="0">
              <a:solidFill>
                <a:srgbClr val="1D4465"/>
              </a:solidFill>
              <a:effectLst/>
              <a:latin typeface="+mj-lt"/>
              <a:ea typeface="Arial" panose="020B0604020202020204" pitchFamily="34" charset="0"/>
            </a:endParaRPr>
          </a:p>
          <a:p>
            <a:pPr marL="171450" algn="just">
              <a:lnSpc>
                <a:spcPct val="115000"/>
              </a:lnSpc>
              <a:spcAft>
                <a:spcPts val="600"/>
              </a:spcAft>
            </a:pPr>
            <a:r>
              <a:rPr lang="hu-HU" sz="1400" dirty="0">
                <a:solidFill>
                  <a:srgbClr val="000000"/>
                </a:solidFill>
                <a:effectLst/>
                <a:latin typeface="+mj-lt"/>
                <a:ea typeface="Arial" panose="020B0604020202020204" pitchFamily="34" charset="0"/>
              </a:rPr>
              <a:t>A hálózatban az egyes telephelyek különböző pozícióiban dolgozó </a:t>
            </a:r>
            <a:r>
              <a:rPr lang="hu-HU" sz="1400" dirty="0" err="1">
                <a:solidFill>
                  <a:srgbClr val="000000"/>
                </a:solidFill>
                <a:effectLst/>
                <a:latin typeface="+mj-lt"/>
                <a:ea typeface="Arial" panose="020B0604020202020204" pitchFamily="34" charset="0"/>
              </a:rPr>
              <a:t>alkalmazottait</a:t>
            </a:r>
            <a:r>
              <a:rPr lang="hu-HU" sz="1400" dirty="0">
                <a:solidFill>
                  <a:srgbClr val="000000"/>
                </a:solidFill>
                <a:effectLst/>
                <a:latin typeface="+mj-lt"/>
                <a:ea typeface="Arial" panose="020B0604020202020204" pitchFamily="34" charset="0"/>
              </a:rPr>
              <a:t> szeretnénk külön kezelni, ezért létrehoztunk több OU-t is. A felhasználók közé a cég alkalmazottai lesznek felvéve, a fiókokat </a:t>
            </a:r>
            <a:r>
              <a:rPr lang="hu-HU" sz="1400" dirty="0" err="1">
                <a:solidFill>
                  <a:srgbClr val="000000"/>
                </a:solidFill>
                <a:effectLst/>
                <a:latin typeface="+mj-lt"/>
                <a:ea typeface="Arial" panose="020B0604020202020204" pitchFamily="34" charset="0"/>
              </a:rPr>
              <a:t>vezeteknev.keresztnev</a:t>
            </a:r>
            <a:r>
              <a:rPr lang="hu-HU" sz="1400" dirty="0">
                <a:solidFill>
                  <a:srgbClr val="000000"/>
                </a:solidFill>
                <a:effectLst/>
                <a:latin typeface="+mj-lt"/>
                <a:ea typeface="Arial" panose="020B0604020202020204" pitchFamily="34" charset="0"/>
              </a:rPr>
              <a:t> felhasználó névvel hoztuk létre.</a:t>
            </a:r>
            <a:endParaRPr lang="hu-HU" sz="1400" dirty="0">
              <a:effectLst/>
              <a:latin typeface="+mj-lt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0745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yamatábra: Feldolgozás 6">
            <a:extLst>
              <a:ext uri="{FF2B5EF4-FFF2-40B4-BE49-F238E27FC236}">
                <a16:creationId xmlns:a16="http://schemas.microsoft.com/office/drawing/2014/main" id="{1D57A2EC-FE77-539E-DDC7-D72524D1E42B}"/>
              </a:ext>
            </a:extLst>
          </p:cNvPr>
          <p:cNvSpPr/>
          <p:nvPr/>
        </p:nvSpPr>
        <p:spPr>
          <a:xfrm>
            <a:off x="320040" y="582930"/>
            <a:ext cx="6492240" cy="1234440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dirty="0">
                <a:solidFill>
                  <a:schemeClr val="tx1"/>
                </a:solidFill>
              </a:rPr>
              <a:t>Projectmenedzsment platform</a:t>
            </a:r>
          </a:p>
          <a:p>
            <a:r>
              <a:rPr lang="hu-HU" sz="1400" dirty="0" err="1">
                <a:solidFill>
                  <a:schemeClr val="tx1"/>
                </a:solidFill>
              </a:rPr>
              <a:t>Jira</a:t>
            </a:r>
            <a:endParaRPr lang="hu-HU" sz="1400" dirty="0">
              <a:solidFill>
                <a:schemeClr val="tx1"/>
              </a:solidFill>
            </a:endParaRPr>
          </a:p>
        </p:txBody>
      </p:sp>
      <p:sp>
        <p:nvSpPr>
          <p:cNvPr id="8" name="Folyamatábra: Feldolgozás 7">
            <a:extLst>
              <a:ext uri="{FF2B5EF4-FFF2-40B4-BE49-F238E27FC236}">
                <a16:creationId xmlns:a16="http://schemas.microsoft.com/office/drawing/2014/main" id="{FE050012-40DE-E8E0-B339-BF8D2C10D041}"/>
              </a:ext>
            </a:extLst>
          </p:cNvPr>
          <p:cNvSpPr/>
          <p:nvPr/>
        </p:nvSpPr>
        <p:spPr>
          <a:xfrm>
            <a:off x="320040" y="2125980"/>
            <a:ext cx="6492240" cy="1234440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dirty="0">
                <a:solidFill>
                  <a:schemeClr val="tx1"/>
                </a:solidFill>
              </a:rPr>
              <a:t>Kommunikáció</a:t>
            </a:r>
            <a:br>
              <a:rPr lang="hu-HU" dirty="0">
                <a:solidFill>
                  <a:schemeClr val="tx1"/>
                </a:solidFill>
              </a:rPr>
            </a:br>
            <a:r>
              <a:rPr lang="hu-HU" sz="1400" dirty="0">
                <a:solidFill>
                  <a:schemeClr val="tx1"/>
                </a:solidFill>
              </a:rPr>
              <a:t>Viber</a:t>
            </a:r>
            <a:endParaRPr lang="hu-HU" dirty="0">
              <a:solidFill>
                <a:schemeClr val="tx1"/>
              </a:solidFill>
            </a:endParaRPr>
          </a:p>
        </p:txBody>
      </p:sp>
      <p:sp>
        <p:nvSpPr>
          <p:cNvPr id="9" name="Folyamatábra: Feldolgozás 8">
            <a:extLst>
              <a:ext uri="{FF2B5EF4-FFF2-40B4-BE49-F238E27FC236}">
                <a16:creationId xmlns:a16="http://schemas.microsoft.com/office/drawing/2014/main" id="{D8F96B75-DDB7-8AEB-9373-3EA590591C20}"/>
              </a:ext>
            </a:extLst>
          </p:cNvPr>
          <p:cNvSpPr/>
          <p:nvPr/>
        </p:nvSpPr>
        <p:spPr>
          <a:xfrm>
            <a:off x="381000" y="3977640"/>
            <a:ext cx="6492240" cy="1234440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hu-HU" sz="1400" dirty="0">
                <a:solidFill>
                  <a:schemeClr val="tx1"/>
                </a:solidFill>
              </a:rPr>
              <a:t>Dokumentálás</a:t>
            </a:r>
          </a:p>
          <a:p>
            <a:r>
              <a:rPr lang="hu-HU" sz="1400" dirty="0">
                <a:solidFill>
                  <a:schemeClr val="tx1"/>
                </a:solidFill>
              </a:rPr>
              <a:t>MS World, Google Drive, </a:t>
            </a:r>
            <a:r>
              <a:rPr lang="hu-HU" sz="1400" dirty="0" err="1">
                <a:solidFill>
                  <a:schemeClr val="tx1"/>
                </a:solidFill>
              </a:rPr>
              <a:t>Github</a:t>
            </a:r>
            <a:endParaRPr lang="hu-HU" sz="1400" dirty="0">
              <a:solidFill>
                <a:schemeClr val="tx1"/>
              </a:solidFill>
            </a:endParaRP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91A6876B-615B-377A-F3CA-0189B1962A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5930" y="2183130"/>
            <a:ext cx="1120140" cy="1120140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38D3B9BF-62B6-2003-68D1-1756873B45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4890" y="559362"/>
            <a:ext cx="1261110" cy="1315158"/>
          </a:xfrm>
          <a:prstGeom prst="rect">
            <a:avLst/>
          </a:prstGeom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BC824636-DDDB-03F7-1093-3351348B3D26}"/>
              </a:ext>
            </a:extLst>
          </p:cNvPr>
          <p:cNvSpPr txBox="1"/>
          <p:nvPr/>
        </p:nvSpPr>
        <p:spPr>
          <a:xfrm>
            <a:off x="5713095" y="898715"/>
            <a:ext cx="13639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b="1" dirty="0" err="1"/>
              <a:t>Jira</a:t>
            </a:r>
            <a:endParaRPr lang="hu-HU" sz="3600" b="1" dirty="0"/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ECF9E1BD-0BAD-511A-5BF9-72F24927B6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340" y="4057650"/>
            <a:ext cx="1043940" cy="1043940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9F2C00C-6F5B-CB81-3CC3-ACD0D7B9EF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777" y="4057650"/>
            <a:ext cx="1145623" cy="114562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3023DABA-C9B9-28FF-58BF-DF66381037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1627" y="4010024"/>
            <a:ext cx="1240873" cy="124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16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39215B8-10FF-476E-8DCA-315AF1114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414" y="2565404"/>
            <a:ext cx="3854528" cy="1278466"/>
          </a:xfrm>
        </p:spPr>
        <p:txBody>
          <a:bodyPr anchor="ctr">
            <a:normAutofit/>
          </a:bodyPr>
          <a:lstStyle/>
          <a:p>
            <a:r>
              <a:rPr lang="hu-H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Köszönjük a figyelmet!</a:t>
            </a:r>
          </a:p>
        </p:txBody>
      </p:sp>
      <p:pic>
        <p:nvPicPr>
          <p:cNvPr id="6" name="Tartalom helye 5">
            <a:extLst>
              <a:ext uri="{FF2B5EF4-FFF2-40B4-BE49-F238E27FC236}">
                <a16:creationId xmlns:a16="http://schemas.microsoft.com/office/drawing/2014/main" id="{C89A334C-CA2D-B411-D0A7-CF4A23D08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733" y="556736"/>
            <a:ext cx="5038407" cy="5038407"/>
          </a:xfrm>
        </p:spPr>
      </p:pic>
    </p:spTree>
    <p:extLst>
      <p:ext uri="{BB962C8B-B14F-4D97-AF65-F5344CB8AC3E}">
        <p14:creationId xmlns:p14="http://schemas.microsoft.com/office/powerpoint/2010/main" val="2179011209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670</TotalTime>
  <Words>368</Words>
  <Application>Microsoft Office PowerPoint</Application>
  <PresentationFormat>Szélesvásznú</PresentationFormat>
  <Paragraphs>66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Trebuchet MS</vt:lpstr>
      <vt:lpstr>Wingdings</vt:lpstr>
      <vt:lpstr>Wingdings 3</vt:lpstr>
      <vt:lpstr>Dimenzió</vt:lpstr>
      <vt:lpstr>PowerPoint-bemutató</vt:lpstr>
      <vt:lpstr>Jó Példa Kereskedelmi Kft.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Zoltán Varga</dc:creator>
  <cp:lastModifiedBy>Zoltán Varga</cp:lastModifiedBy>
  <cp:revision>56</cp:revision>
  <dcterms:created xsi:type="dcterms:W3CDTF">2026-09-11T18:01:18Z</dcterms:created>
  <dcterms:modified xsi:type="dcterms:W3CDTF">2026-09-13T19:05:33Z</dcterms:modified>
</cp:coreProperties>
</file>