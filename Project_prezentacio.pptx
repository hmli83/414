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9CA3"/>
    <a:srgbClr val="4599B7"/>
    <a:srgbClr val="3BB4C1"/>
    <a:srgbClr val="27B4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2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7F9C-0C8F-496F-84B2-3D3965472A1B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07D36-8696-4C24-82D8-196310C3E2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58673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7F9C-0C8F-496F-84B2-3D3965472A1B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07D36-8696-4C24-82D8-196310C3E2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0807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7F9C-0C8F-496F-84B2-3D3965472A1B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07D36-8696-4C24-82D8-196310C3E2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9521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7F9C-0C8F-496F-84B2-3D3965472A1B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07D36-8696-4C24-82D8-196310C3E2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6650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7F9C-0C8F-496F-84B2-3D3965472A1B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07D36-8696-4C24-82D8-196310C3E2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8608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7F9C-0C8F-496F-84B2-3D3965472A1B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07D36-8696-4C24-82D8-196310C3E2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292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7F9C-0C8F-496F-84B2-3D3965472A1B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07D36-8696-4C24-82D8-196310C3E2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60574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7F9C-0C8F-496F-84B2-3D3965472A1B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07D36-8696-4C24-82D8-196310C3E2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10489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7F9C-0C8F-496F-84B2-3D3965472A1B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07D36-8696-4C24-82D8-196310C3E2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98232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7F9C-0C8F-496F-84B2-3D3965472A1B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07D36-8696-4C24-82D8-196310C3E2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899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7F9C-0C8F-496F-84B2-3D3965472A1B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07D36-8696-4C24-82D8-196310C3E2C2}" type="slidenum">
              <a:rPr lang="hu-HU" smtClean="0"/>
              <a:t>‹#›</a:t>
            </a:fld>
            <a:endParaRPr lang="hu-H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9577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7F9C-0C8F-496F-84B2-3D3965472A1B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07D36-8696-4C24-82D8-196310C3E2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53349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7F9C-0C8F-496F-84B2-3D3965472A1B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07D36-8696-4C24-82D8-196310C3E2C2}" type="slidenum">
              <a:rPr lang="hu-HU" smtClean="0"/>
              <a:t>‹#›</a:t>
            </a:fld>
            <a:endParaRPr lang="hu-H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0939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7F9C-0C8F-496F-84B2-3D3965472A1B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07D36-8696-4C24-82D8-196310C3E2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512181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7F9C-0C8F-496F-84B2-3D3965472A1B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07D36-8696-4C24-82D8-196310C3E2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4273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7F9C-0C8F-496F-84B2-3D3965472A1B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07D36-8696-4C24-82D8-196310C3E2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922487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7F9C-0C8F-496F-84B2-3D3965472A1B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07D36-8696-4C24-82D8-196310C3E2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34586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307F9C-0C8F-496F-84B2-3D3965472A1B}" type="datetimeFigureOut">
              <a:rPr lang="hu-HU" smtClean="0"/>
              <a:t>2026. 09. 11.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907D36-8696-4C24-82D8-196310C3E2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9100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 descr="Külváros egyszínű kitöltéssel">
            <a:extLst>
              <a:ext uri="{FF2B5EF4-FFF2-40B4-BE49-F238E27FC236}">
                <a16:creationId xmlns:a16="http://schemas.microsoft.com/office/drawing/2014/main" id="{3688E76A-9A45-F14E-0388-B514B80ABA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5589" y="1985920"/>
            <a:ext cx="1443080" cy="1443080"/>
          </a:xfrm>
        </p:spPr>
      </p:pic>
      <p:sp>
        <p:nvSpPr>
          <p:cNvPr id="4" name="Szöveg helye 3">
            <a:extLst>
              <a:ext uri="{FF2B5EF4-FFF2-40B4-BE49-F238E27FC236}">
                <a16:creationId xmlns:a16="http://schemas.microsoft.com/office/drawing/2014/main" id="{0828AE18-24CC-2EE0-AE69-130957FD0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18191" y="2283187"/>
            <a:ext cx="3805381" cy="2697018"/>
          </a:xfrm>
        </p:spPr>
        <p:txBody>
          <a:bodyPr>
            <a:normAutofit fontScale="92500" lnSpcReduction="10000"/>
          </a:bodyPr>
          <a:lstStyle/>
          <a:p>
            <a:r>
              <a:rPr lang="hu-HU" sz="3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Jó Példa Kereskedelmi Kft.</a:t>
            </a:r>
          </a:p>
          <a:p>
            <a:r>
              <a:rPr lang="hu-HU" sz="2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Készítette: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hu-HU" sz="2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Vadász Ákos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hu-HU" sz="2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Varga Zoltán</a:t>
            </a:r>
          </a:p>
          <a:p>
            <a:r>
              <a:rPr lang="hu-HU" sz="2100" dirty="0"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B14B0AE6-2AF9-9752-E18C-927281CC7E71}"/>
              </a:ext>
            </a:extLst>
          </p:cNvPr>
          <p:cNvSpPr/>
          <p:nvPr/>
        </p:nvSpPr>
        <p:spPr>
          <a:xfrm>
            <a:off x="8962226" y="2283187"/>
            <a:ext cx="513236" cy="4699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39583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ím 10">
            <a:extLst>
              <a:ext uri="{FF2B5EF4-FFF2-40B4-BE49-F238E27FC236}">
                <a16:creationId xmlns:a16="http://schemas.microsoft.com/office/drawing/2014/main" id="{0D62E2A8-5D13-DD9B-2B23-38C204CC9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1738" y="5250730"/>
            <a:ext cx="4039388" cy="622169"/>
          </a:xfrm>
          <a:custGeom>
            <a:avLst/>
            <a:gdLst>
              <a:gd name="connsiteX0" fmla="*/ 0 w 4039388"/>
              <a:gd name="connsiteY0" fmla="*/ 0 h 622169"/>
              <a:gd name="connsiteX1" fmla="*/ 713625 w 4039388"/>
              <a:gd name="connsiteY1" fmla="*/ 0 h 622169"/>
              <a:gd name="connsiteX2" fmla="*/ 1346463 w 4039388"/>
              <a:gd name="connsiteY2" fmla="*/ 0 h 622169"/>
              <a:gd name="connsiteX3" fmla="*/ 2100482 w 4039388"/>
              <a:gd name="connsiteY3" fmla="*/ 0 h 622169"/>
              <a:gd name="connsiteX4" fmla="*/ 2733319 w 4039388"/>
              <a:gd name="connsiteY4" fmla="*/ 0 h 622169"/>
              <a:gd name="connsiteX5" fmla="*/ 3285369 w 4039388"/>
              <a:gd name="connsiteY5" fmla="*/ 0 h 622169"/>
              <a:gd name="connsiteX6" fmla="*/ 4039388 w 4039388"/>
              <a:gd name="connsiteY6" fmla="*/ 0 h 622169"/>
              <a:gd name="connsiteX7" fmla="*/ 4039388 w 4039388"/>
              <a:gd name="connsiteY7" fmla="*/ 622169 h 622169"/>
              <a:gd name="connsiteX8" fmla="*/ 3446944 w 4039388"/>
              <a:gd name="connsiteY8" fmla="*/ 622169 h 622169"/>
              <a:gd name="connsiteX9" fmla="*/ 2692925 w 4039388"/>
              <a:gd name="connsiteY9" fmla="*/ 622169 h 622169"/>
              <a:gd name="connsiteX10" fmla="*/ 2140876 w 4039388"/>
              <a:gd name="connsiteY10" fmla="*/ 622169 h 622169"/>
              <a:gd name="connsiteX11" fmla="*/ 1508038 w 4039388"/>
              <a:gd name="connsiteY11" fmla="*/ 622169 h 622169"/>
              <a:gd name="connsiteX12" fmla="*/ 875201 w 4039388"/>
              <a:gd name="connsiteY12" fmla="*/ 622169 h 622169"/>
              <a:gd name="connsiteX13" fmla="*/ 0 w 4039388"/>
              <a:gd name="connsiteY13" fmla="*/ 622169 h 622169"/>
              <a:gd name="connsiteX14" fmla="*/ 0 w 4039388"/>
              <a:gd name="connsiteY14" fmla="*/ 0 h 622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39388" h="622169" fill="none" extrusionOk="0">
                <a:moveTo>
                  <a:pt x="0" y="0"/>
                </a:moveTo>
                <a:cubicBezTo>
                  <a:pt x="264620" y="-20454"/>
                  <a:pt x="476306" y="-17396"/>
                  <a:pt x="713625" y="0"/>
                </a:cubicBezTo>
                <a:cubicBezTo>
                  <a:pt x="950945" y="17396"/>
                  <a:pt x="1049794" y="14943"/>
                  <a:pt x="1346463" y="0"/>
                </a:cubicBezTo>
                <a:cubicBezTo>
                  <a:pt x="1643132" y="-14943"/>
                  <a:pt x="1929595" y="6792"/>
                  <a:pt x="2100482" y="0"/>
                </a:cubicBezTo>
                <a:cubicBezTo>
                  <a:pt x="2271369" y="-6792"/>
                  <a:pt x="2524732" y="24075"/>
                  <a:pt x="2733319" y="0"/>
                </a:cubicBezTo>
                <a:cubicBezTo>
                  <a:pt x="2941906" y="-24075"/>
                  <a:pt x="3013716" y="-22442"/>
                  <a:pt x="3285369" y="0"/>
                </a:cubicBezTo>
                <a:cubicBezTo>
                  <a:pt x="3557022" y="22442"/>
                  <a:pt x="3804507" y="27579"/>
                  <a:pt x="4039388" y="0"/>
                </a:cubicBezTo>
                <a:cubicBezTo>
                  <a:pt x="4028753" y="256590"/>
                  <a:pt x="4014763" y="326711"/>
                  <a:pt x="4039388" y="622169"/>
                </a:cubicBezTo>
                <a:cubicBezTo>
                  <a:pt x="3806976" y="605613"/>
                  <a:pt x="3579809" y="618089"/>
                  <a:pt x="3446944" y="622169"/>
                </a:cubicBezTo>
                <a:cubicBezTo>
                  <a:pt x="3314079" y="626249"/>
                  <a:pt x="3035859" y="604178"/>
                  <a:pt x="2692925" y="622169"/>
                </a:cubicBezTo>
                <a:cubicBezTo>
                  <a:pt x="2349991" y="640160"/>
                  <a:pt x="2299983" y="634617"/>
                  <a:pt x="2140876" y="622169"/>
                </a:cubicBezTo>
                <a:cubicBezTo>
                  <a:pt x="1981769" y="609721"/>
                  <a:pt x="1704545" y="635660"/>
                  <a:pt x="1508038" y="622169"/>
                </a:cubicBezTo>
                <a:cubicBezTo>
                  <a:pt x="1311531" y="608678"/>
                  <a:pt x="1069028" y="612610"/>
                  <a:pt x="875201" y="622169"/>
                </a:cubicBezTo>
                <a:cubicBezTo>
                  <a:pt x="681374" y="631728"/>
                  <a:pt x="402654" y="583927"/>
                  <a:pt x="0" y="622169"/>
                </a:cubicBezTo>
                <a:cubicBezTo>
                  <a:pt x="-8900" y="454096"/>
                  <a:pt x="-9150" y="279498"/>
                  <a:pt x="0" y="0"/>
                </a:cubicBezTo>
                <a:close/>
              </a:path>
              <a:path w="4039388" h="622169" stroke="0" extrusionOk="0">
                <a:moveTo>
                  <a:pt x="0" y="0"/>
                </a:moveTo>
                <a:cubicBezTo>
                  <a:pt x="206401" y="-4980"/>
                  <a:pt x="304301" y="6772"/>
                  <a:pt x="552050" y="0"/>
                </a:cubicBezTo>
                <a:cubicBezTo>
                  <a:pt x="799799" y="-6772"/>
                  <a:pt x="1004063" y="27807"/>
                  <a:pt x="1184887" y="0"/>
                </a:cubicBezTo>
                <a:cubicBezTo>
                  <a:pt x="1365711" y="-27807"/>
                  <a:pt x="1639167" y="-4126"/>
                  <a:pt x="1817725" y="0"/>
                </a:cubicBezTo>
                <a:cubicBezTo>
                  <a:pt x="1996283" y="4126"/>
                  <a:pt x="2368773" y="20561"/>
                  <a:pt x="2531350" y="0"/>
                </a:cubicBezTo>
                <a:cubicBezTo>
                  <a:pt x="2693927" y="-20561"/>
                  <a:pt x="2944792" y="-23024"/>
                  <a:pt x="3285369" y="0"/>
                </a:cubicBezTo>
                <a:cubicBezTo>
                  <a:pt x="3625946" y="23024"/>
                  <a:pt x="3677689" y="-26908"/>
                  <a:pt x="4039388" y="0"/>
                </a:cubicBezTo>
                <a:cubicBezTo>
                  <a:pt x="4053768" y="216120"/>
                  <a:pt x="4023977" y="376406"/>
                  <a:pt x="4039388" y="622169"/>
                </a:cubicBezTo>
                <a:cubicBezTo>
                  <a:pt x="3752658" y="624341"/>
                  <a:pt x="3632225" y="630157"/>
                  <a:pt x="3446944" y="622169"/>
                </a:cubicBezTo>
                <a:cubicBezTo>
                  <a:pt x="3261663" y="614181"/>
                  <a:pt x="3055386" y="653016"/>
                  <a:pt x="2692925" y="622169"/>
                </a:cubicBezTo>
                <a:cubicBezTo>
                  <a:pt x="2330464" y="591322"/>
                  <a:pt x="2354567" y="630252"/>
                  <a:pt x="2060088" y="622169"/>
                </a:cubicBezTo>
                <a:cubicBezTo>
                  <a:pt x="1765609" y="614086"/>
                  <a:pt x="1676524" y="639999"/>
                  <a:pt x="1346463" y="622169"/>
                </a:cubicBezTo>
                <a:cubicBezTo>
                  <a:pt x="1016403" y="604339"/>
                  <a:pt x="889842" y="607102"/>
                  <a:pt x="592444" y="622169"/>
                </a:cubicBezTo>
                <a:cubicBezTo>
                  <a:pt x="295046" y="637236"/>
                  <a:pt x="275325" y="608462"/>
                  <a:pt x="0" y="622169"/>
                </a:cubicBezTo>
                <a:cubicBezTo>
                  <a:pt x="8658" y="432962"/>
                  <a:pt x="-14776" y="303070"/>
                  <a:pt x="0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54483075">
                  <ask:type>
                    <ask:lineSketchFreehand/>
                  </ask:type>
                </ask:lineSketchStyleProps>
              </a:ext>
            </a:extLst>
          </a:ln>
        </p:spPr>
        <p:txBody>
          <a:bodyPr anchor="ctr"/>
          <a:lstStyle/>
          <a:p>
            <a:pPr algn="ctr"/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Jó Példa Kereskedelmi Kft. </a:t>
            </a:r>
          </a:p>
        </p:txBody>
      </p:sp>
      <p:pic>
        <p:nvPicPr>
          <p:cNvPr id="17" name="Tartalom helye 16">
            <a:extLst>
              <a:ext uri="{FF2B5EF4-FFF2-40B4-BE49-F238E27FC236}">
                <a16:creationId xmlns:a16="http://schemas.microsoft.com/office/drawing/2014/main" id="{540F0547-F864-EB2B-5A6E-C72C24AFEE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23814" cy="3552064"/>
          </a:xfrm>
        </p:spPr>
      </p:pic>
      <p:sp>
        <p:nvSpPr>
          <p:cNvPr id="20" name="Ellipszis 19">
            <a:extLst>
              <a:ext uri="{FF2B5EF4-FFF2-40B4-BE49-F238E27FC236}">
                <a16:creationId xmlns:a16="http://schemas.microsoft.com/office/drawing/2014/main" id="{186C626E-017C-4820-F0B8-3A3698B13411}"/>
              </a:ext>
            </a:extLst>
          </p:cNvPr>
          <p:cNvSpPr/>
          <p:nvPr/>
        </p:nvSpPr>
        <p:spPr>
          <a:xfrm rot="14437058">
            <a:off x="9088466" y="3060269"/>
            <a:ext cx="2411518" cy="2364057"/>
          </a:xfrm>
          <a:prstGeom prst="ellipse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0000" endA="300" endPos="55500" dist="50800" dir="5400000" sy="-100000" algn="bl" rotWithShape="0"/>
            <a:softEdge rad="12700"/>
          </a:effectLst>
          <a:scene3d>
            <a:camera prst="perspectiveContrastingLef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7" name="Beszédbuborék: négyszög 26">
            <a:extLst>
              <a:ext uri="{FF2B5EF4-FFF2-40B4-BE49-F238E27FC236}">
                <a16:creationId xmlns:a16="http://schemas.microsoft.com/office/drawing/2014/main" id="{03846EEC-C80D-BA62-7DFF-269C72677FAA}"/>
              </a:ext>
            </a:extLst>
          </p:cNvPr>
          <p:cNvSpPr/>
          <p:nvPr/>
        </p:nvSpPr>
        <p:spPr>
          <a:xfrm>
            <a:off x="1123533" y="3429000"/>
            <a:ext cx="6219947" cy="1821730"/>
          </a:xfrm>
          <a:prstGeom prst="wedgeRectCallou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hu-HU" sz="17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Projekt célja</a:t>
            </a:r>
            <a:r>
              <a:rPr lang="hu-HU" sz="17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Informatikai rendszer tervezése és megvalósítása a Jó Példa Kereskedelmi Kft telephelyein. A pécsi, központi telephelyen található a raktár, egy bolt, az iroda és a szerverszoba. A mohácsi és a szigetvári telephelyek egy-egy boltnak adnak otthont. Kialakításra kerül Home Office munkavégzési lehetőség is.</a:t>
            </a:r>
          </a:p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76490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BA3A7C94-601A-0093-0E27-A4E1561CF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94" y="0"/>
            <a:ext cx="110510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58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D677ACC-1E0B-EC79-90A4-084ADA4F1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   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14C4F5D-DEEB-1F85-4839-B93544EA0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AA37EFAC-3984-35ED-67AA-6EA196396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3583" y="769448"/>
            <a:ext cx="4513541" cy="5526437"/>
          </a:xfrm>
        </p:spPr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3683894"/>
      </p:ext>
    </p:extLst>
  </p:cSld>
  <p:clrMapOvr>
    <a:masterClrMapping/>
  </p:clrMapOvr>
</p:sld>
</file>

<file path=ppt/theme/theme1.xml><?xml version="1.0" encoding="utf-8"?>
<a:theme xmlns:a="http://schemas.openxmlformats.org/drawingml/2006/main" name="Dimenzió">
  <a:themeElements>
    <a:clrScheme name="Dimenzió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imenzió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menzió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139</TotalTime>
  <Words>70</Words>
  <Application>Microsoft Office PowerPoint</Application>
  <PresentationFormat>Szélesvásznú</PresentationFormat>
  <Paragraphs>8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9" baseType="lpstr">
      <vt:lpstr>Arial</vt:lpstr>
      <vt:lpstr>Trebuchet MS</vt:lpstr>
      <vt:lpstr>Wingdings</vt:lpstr>
      <vt:lpstr>Wingdings 3</vt:lpstr>
      <vt:lpstr>Dimenzió</vt:lpstr>
      <vt:lpstr>PowerPoint-bemutató</vt:lpstr>
      <vt:lpstr>Jó Példa Kereskedelmi Kft. </vt:lpstr>
      <vt:lpstr>PowerPoint-bemutató</vt:lpstr>
      <vt:lpstr>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Zoltán Varga</dc:creator>
  <cp:lastModifiedBy>Zoltán Varga</cp:lastModifiedBy>
  <cp:revision>19</cp:revision>
  <dcterms:created xsi:type="dcterms:W3CDTF">2026-09-11T18:01:18Z</dcterms:created>
  <dcterms:modified xsi:type="dcterms:W3CDTF">2026-09-11T22:50:28Z</dcterms:modified>
</cp:coreProperties>
</file>